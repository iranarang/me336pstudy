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ctiveX/activeX1.xml" ContentType="application/vnd.ms-office.activeX+xml"/>
  <Override PartName="/ppt/activeX/activeX1.bin" ContentType="application/vnd.ms-office.activeX"/>
  <Override PartName="/ppt/notesSlides/notesSlide2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56"/>
  </p:notesMasterIdLst>
  <p:sldIdLst>
    <p:sldId id="711" r:id="rId4"/>
    <p:sldId id="594" r:id="rId5"/>
    <p:sldId id="603" r:id="rId6"/>
    <p:sldId id="604" r:id="rId7"/>
    <p:sldId id="605" r:id="rId8"/>
    <p:sldId id="607" r:id="rId9"/>
    <p:sldId id="608" r:id="rId10"/>
    <p:sldId id="610" r:id="rId11"/>
    <p:sldId id="612" r:id="rId12"/>
    <p:sldId id="613" r:id="rId13"/>
    <p:sldId id="614" r:id="rId14"/>
    <p:sldId id="615" r:id="rId15"/>
    <p:sldId id="616" r:id="rId16"/>
    <p:sldId id="617" r:id="rId17"/>
    <p:sldId id="618" r:id="rId18"/>
    <p:sldId id="619" r:id="rId19"/>
    <p:sldId id="620" r:id="rId20"/>
    <p:sldId id="621" r:id="rId21"/>
    <p:sldId id="622" r:id="rId22"/>
    <p:sldId id="623" r:id="rId23"/>
    <p:sldId id="625" r:id="rId24"/>
    <p:sldId id="626" r:id="rId25"/>
    <p:sldId id="627" r:id="rId26"/>
    <p:sldId id="628" r:id="rId27"/>
    <p:sldId id="630" r:id="rId28"/>
    <p:sldId id="631" r:id="rId29"/>
    <p:sldId id="632" r:id="rId30"/>
    <p:sldId id="653" r:id="rId31"/>
    <p:sldId id="661" r:id="rId32"/>
    <p:sldId id="662" r:id="rId33"/>
    <p:sldId id="663" r:id="rId34"/>
    <p:sldId id="667" r:id="rId35"/>
    <p:sldId id="668" r:id="rId36"/>
    <p:sldId id="664" r:id="rId37"/>
    <p:sldId id="655" r:id="rId38"/>
    <p:sldId id="657" r:id="rId39"/>
    <p:sldId id="656" r:id="rId40"/>
    <p:sldId id="712" r:id="rId41"/>
    <p:sldId id="637" r:id="rId42"/>
    <p:sldId id="641" r:id="rId43"/>
    <p:sldId id="642" r:id="rId44"/>
    <p:sldId id="713" r:id="rId45"/>
    <p:sldId id="643" r:id="rId46"/>
    <p:sldId id="644" r:id="rId47"/>
    <p:sldId id="645" r:id="rId48"/>
    <p:sldId id="646" r:id="rId49"/>
    <p:sldId id="647" r:id="rId50"/>
    <p:sldId id="714" r:id="rId51"/>
    <p:sldId id="648" r:id="rId52"/>
    <p:sldId id="649" r:id="rId53"/>
    <p:sldId id="650" r:id="rId54"/>
    <p:sldId id="651" r:id="rId55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1"/>
            <p14:sldId id="594"/>
            <p14:sldId id="603"/>
            <p14:sldId id="604"/>
            <p14:sldId id="605"/>
            <p14:sldId id="607"/>
            <p14:sldId id="608"/>
            <p14:sldId id="610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5"/>
            <p14:sldId id="626"/>
            <p14:sldId id="627"/>
            <p14:sldId id="628"/>
            <p14:sldId id="630"/>
            <p14:sldId id="631"/>
            <p14:sldId id="632"/>
            <p14:sldId id="653"/>
            <p14:sldId id="661"/>
            <p14:sldId id="662"/>
            <p14:sldId id="663"/>
            <p14:sldId id="667"/>
            <p14:sldId id="668"/>
            <p14:sldId id="664"/>
            <p14:sldId id="655"/>
            <p14:sldId id="657"/>
            <p14:sldId id="656"/>
            <p14:sldId id="712"/>
            <p14:sldId id="637"/>
            <p14:sldId id="641"/>
            <p14:sldId id="642"/>
            <p14:sldId id="713"/>
            <p14:sldId id="643"/>
            <p14:sldId id="644"/>
            <p14:sldId id="645"/>
            <p14:sldId id="646"/>
            <p14:sldId id="647"/>
            <p14:sldId id="714"/>
            <p14:sldId id="648"/>
            <p14:sldId id="649"/>
            <p14:sldId id="650"/>
            <p14:sldId id="6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FE"/>
    <a:srgbClr val="D61C47"/>
    <a:srgbClr val="BF5700"/>
    <a:srgbClr val="C6531F"/>
    <a:srgbClr val="C01338"/>
    <a:srgbClr val="C00000"/>
    <a:srgbClr val="79C82A"/>
    <a:srgbClr val="DE7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1EFC17-6834-4DFD-9580-33207790A817}" v="951" dt="2022-09-12T14:34:35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0" autoAdjust="0"/>
    <p:restoredTop sz="90955" autoAdjust="0"/>
  </p:normalViewPr>
  <p:slideViewPr>
    <p:cSldViewPr>
      <p:cViewPr varScale="1">
        <p:scale>
          <a:sx n="91" d="100"/>
          <a:sy n="91" d="100"/>
        </p:scale>
        <p:origin x="456" y="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microsoft.com/office/2016/11/relationships/changesInfo" Target="changesInfos/changesInfo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, Khiloni" userId="8f31dae4-2772-4bd5-9bcb-e896dfae853f" providerId="ADAL" clId="{6B1EFC17-6834-4DFD-9580-33207790A817}"/>
    <pc:docChg chg="undo custSel addSld delSld modSld sldOrd modSection">
      <pc:chgData name="Shah, Khiloni" userId="8f31dae4-2772-4bd5-9bcb-e896dfae853f" providerId="ADAL" clId="{6B1EFC17-6834-4DFD-9580-33207790A817}" dt="2022-09-12T14:34:35.236" v="1893"/>
      <pc:docMkLst>
        <pc:docMk/>
      </pc:docMkLst>
      <pc:sldChg chg="modSp mod modAnim">
        <pc:chgData name="Shah, Khiloni" userId="8f31dae4-2772-4bd5-9bcb-e896dfae853f" providerId="ADAL" clId="{6B1EFC17-6834-4DFD-9580-33207790A817}" dt="2022-09-12T14:25:57.549" v="1848" actId="5793"/>
        <pc:sldMkLst>
          <pc:docMk/>
          <pc:sldMk cId="3080635129" sldId="594"/>
        </pc:sldMkLst>
        <pc:spChg chg="mod">
          <ac:chgData name="Shah, Khiloni" userId="8f31dae4-2772-4bd5-9bcb-e896dfae853f" providerId="ADAL" clId="{6B1EFC17-6834-4DFD-9580-33207790A817}" dt="2022-09-12T14:25:57.549" v="1848" actId="5793"/>
          <ac:spMkLst>
            <pc:docMk/>
            <pc:sldMk cId="3080635129" sldId="594"/>
            <ac:spMk id="326659" creationId="{00000000-0000-0000-0000-000000000000}"/>
          </ac:spMkLst>
        </pc:spChg>
      </pc:sldChg>
      <pc:sldChg chg="modSp mod modAnim">
        <pc:chgData name="Shah, Khiloni" userId="8f31dae4-2772-4bd5-9bcb-e896dfae853f" providerId="ADAL" clId="{6B1EFC17-6834-4DFD-9580-33207790A817}" dt="2022-09-12T13:23:08.295" v="1069" actId="5793"/>
        <pc:sldMkLst>
          <pc:docMk/>
          <pc:sldMk cId="1461378367" sldId="603"/>
        </pc:sldMkLst>
        <pc:spChg chg="mod">
          <ac:chgData name="Shah, Khiloni" userId="8f31dae4-2772-4bd5-9bcb-e896dfae853f" providerId="ADAL" clId="{6B1EFC17-6834-4DFD-9580-33207790A817}" dt="2022-09-12T13:23:08.295" v="1069" actId="5793"/>
          <ac:spMkLst>
            <pc:docMk/>
            <pc:sldMk cId="1461378367" sldId="603"/>
            <ac:spMk id="30723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3:24.401" v="1070" actId="12"/>
        <pc:sldMkLst>
          <pc:docMk/>
          <pc:sldMk cId="1413602033" sldId="604"/>
        </pc:sldMkLst>
        <pc:spChg chg="mod">
          <ac:chgData name="Shah, Khiloni" userId="8f31dae4-2772-4bd5-9bcb-e896dfae853f" providerId="ADAL" clId="{6B1EFC17-6834-4DFD-9580-33207790A817}" dt="2022-09-12T13:23:24.401" v="1070" actId="12"/>
          <ac:spMkLst>
            <pc:docMk/>
            <pc:sldMk cId="1413602033" sldId="604"/>
            <ac:spMk id="31747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3:30.185" v="1071" actId="12"/>
        <pc:sldMkLst>
          <pc:docMk/>
          <pc:sldMk cId="1919293600" sldId="605"/>
        </pc:sldMkLst>
        <pc:spChg chg="mod">
          <ac:chgData name="Shah, Khiloni" userId="8f31dae4-2772-4bd5-9bcb-e896dfae853f" providerId="ADAL" clId="{6B1EFC17-6834-4DFD-9580-33207790A817}" dt="2022-09-12T13:23:30.185" v="1071" actId="12"/>
          <ac:spMkLst>
            <pc:docMk/>
            <pc:sldMk cId="1919293600" sldId="605"/>
            <ac:spMk id="329731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3:50.028" v="1073" actId="1076"/>
        <pc:sldMkLst>
          <pc:docMk/>
          <pc:sldMk cId="780019180" sldId="607"/>
        </pc:sldMkLst>
        <pc:spChg chg="mod">
          <ac:chgData name="Shah, Khiloni" userId="8f31dae4-2772-4bd5-9bcb-e896dfae853f" providerId="ADAL" clId="{6B1EFC17-6834-4DFD-9580-33207790A817}" dt="2022-09-12T13:23:50.028" v="1073" actId="1076"/>
          <ac:spMkLst>
            <pc:docMk/>
            <pc:sldMk cId="780019180" sldId="607"/>
            <ac:spMk id="330755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4:32.671" v="1082" actId="732"/>
        <pc:sldMkLst>
          <pc:docMk/>
          <pc:sldMk cId="2023044048" sldId="608"/>
        </pc:sldMkLst>
        <pc:spChg chg="mod">
          <ac:chgData name="Shah, Khiloni" userId="8f31dae4-2772-4bd5-9bcb-e896dfae853f" providerId="ADAL" clId="{6B1EFC17-6834-4DFD-9580-33207790A817}" dt="2022-09-12T13:24:19.573" v="1079" actId="20577"/>
          <ac:spMkLst>
            <pc:docMk/>
            <pc:sldMk cId="2023044048" sldId="608"/>
            <ac:spMk id="34819" creationId="{00000000-0000-0000-0000-000000000000}"/>
          </ac:spMkLst>
        </pc:spChg>
        <pc:picChg chg="mod">
          <ac:chgData name="Shah, Khiloni" userId="8f31dae4-2772-4bd5-9bcb-e896dfae853f" providerId="ADAL" clId="{6B1EFC17-6834-4DFD-9580-33207790A817}" dt="2022-09-12T13:24:32.671" v="1082" actId="732"/>
          <ac:picMkLst>
            <pc:docMk/>
            <pc:sldMk cId="2023044048" sldId="608"/>
            <ac:picMk id="112643" creationId="{00000000-0000-0000-0000-000000000000}"/>
          </ac:picMkLst>
        </pc:picChg>
      </pc:sldChg>
      <pc:sldChg chg="modSp mod">
        <pc:chgData name="Shah, Khiloni" userId="8f31dae4-2772-4bd5-9bcb-e896dfae853f" providerId="ADAL" clId="{6B1EFC17-6834-4DFD-9580-33207790A817}" dt="2022-09-12T13:25:07.802" v="1088" actId="12"/>
        <pc:sldMkLst>
          <pc:docMk/>
          <pc:sldMk cId="2909756093" sldId="610"/>
        </pc:sldMkLst>
        <pc:spChg chg="mod">
          <ac:chgData name="Shah, Khiloni" userId="8f31dae4-2772-4bd5-9bcb-e896dfae853f" providerId="ADAL" clId="{6B1EFC17-6834-4DFD-9580-33207790A817}" dt="2022-09-12T13:25:07.802" v="1088" actId="12"/>
          <ac:spMkLst>
            <pc:docMk/>
            <pc:sldMk cId="2909756093" sldId="610"/>
            <ac:spMk id="35843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5:40.733" v="1092" actId="1076"/>
        <pc:sldMkLst>
          <pc:docMk/>
          <pc:sldMk cId="922917085" sldId="612"/>
        </pc:sldMkLst>
        <pc:spChg chg="mod">
          <ac:chgData name="Shah, Khiloni" userId="8f31dae4-2772-4bd5-9bcb-e896dfae853f" providerId="ADAL" clId="{6B1EFC17-6834-4DFD-9580-33207790A817}" dt="2022-09-12T13:25:31.795" v="1091" actId="12"/>
          <ac:spMkLst>
            <pc:docMk/>
            <pc:sldMk cId="922917085" sldId="612"/>
            <ac:spMk id="36867" creationId="{00000000-0000-0000-0000-000000000000}"/>
          </ac:spMkLst>
        </pc:spChg>
        <pc:graphicFrameChg chg="mod">
          <ac:chgData name="Shah, Khiloni" userId="8f31dae4-2772-4bd5-9bcb-e896dfae853f" providerId="ADAL" clId="{6B1EFC17-6834-4DFD-9580-33207790A817}" dt="2022-09-12T13:25:40.733" v="1092" actId="1076"/>
          <ac:graphicFrameMkLst>
            <pc:docMk/>
            <pc:sldMk cId="922917085" sldId="612"/>
            <ac:graphicFrameMk id="36868" creationId="{00000000-0000-0000-0000-000000000000}"/>
          </ac:graphicFrameMkLst>
        </pc:graphicFrameChg>
      </pc:sldChg>
      <pc:sldChg chg="modSp mod">
        <pc:chgData name="Shah, Khiloni" userId="8f31dae4-2772-4bd5-9bcb-e896dfae853f" providerId="ADAL" clId="{6B1EFC17-6834-4DFD-9580-33207790A817}" dt="2022-09-12T14:26:37.883" v="1852" actId="1076"/>
        <pc:sldMkLst>
          <pc:docMk/>
          <pc:sldMk cId="1472172685" sldId="614"/>
        </pc:sldMkLst>
        <pc:spChg chg="mod">
          <ac:chgData name="Shah, Khiloni" userId="8f31dae4-2772-4bd5-9bcb-e896dfae853f" providerId="ADAL" clId="{6B1EFC17-6834-4DFD-9580-33207790A817}" dt="2022-09-12T14:26:35.604" v="1851" actId="1076"/>
          <ac:spMkLst>
            <pc:docMk/>
            <pc:sldMk cId="1472172685" sldId="614"/>
            <ac:spMk id="38915" creationId="{00000000-0000-0000-0000-000000000000}"/>
          </ac:spMkLst>
        </pc:spChg>
        <pc:picChg chg="mod">
          <ac:chgData name="Shah, Khiloni" userId="8f31dae4-2772-4bd5-9bcb-e896dfae853f" providerId="ADAL" clId="{6B1EFC17-6834-4DFD-9580-33207790A817}" dt="2022-09-12T14:26:37.883" v="1852" actId="1076"/>
          <ac:picMkLst>
            <pc:docMk/>
            <pc:sldMk cId="1472172685" sldId="614"/>
            <ac:picMk id="38916" creationId="{00000000-0000-0000-0000-000000000000}"/>
          </ac:picMkLst>
        </pc:picChg>
      </pc:sldChg>
      <pc:sldChg chg="addSp delSp modSp mod">
        <pc:chgData name="Shah, Khiloni" userId="8f31dae4-2772-4bd5-9bcb-e896dfae853f" providerId="ADAL" clId="{6B1EFC17-6834-4DFD-9580-33207790A817}" dt="2022-09-12T13:26:42.745" v="1127" actId="1076"/>
        <pc:sldMkLst>
          <pc:docMk/>
          <pc:sldMk cId="786544430" sldId="615"/>
        </pc:sldMkLst>
        <pc:spChg chg="add mod">
          <ac:chgData name="Shah, Khiloni" userId="8f31dae4-2772-4bd5-9bcb-e896dfae853f" providerId="ADAL" clId="{6B1EFC17-6834-4DFD-9580-33207790A817}" dt="2022-09-12T13:26:42.745" v="1127" actId="1076"/>
          <ac:spMkLst>
            <pc:docMk/>
            <pc:sldMk cId="786544430" sldId="615"/>
            <ac:spMk id="3" creationId="{B314F2E7-46F3-AC08-0E59-3B03857F6FE5}"/>
          </ac:spMkLst>
        </pc:spChg>
        <pc:picChg chg="del mod">
          <ac:chgData name="Shah, Khiloni" userId="8f31dae4-2772-4bd5-9bcb-e896dfae853f" providerId="ADAL" clId="{6B1EFC17-6834-4DFD-9580-33207790A817}" dt="2022-09-12T13:26:28.109" v="1125" actId="478"/>
          <ac:picMkLst>
            <pc:docMk/>
            <pc:sldMk cId="786544430" sldId="615"/>
            <ac:picMk id="39940" creationId="{00000000-0000-0000-0000-000000000000}"/>
          </ac:picMkLst>
        </pc:picChg>
      </pc:sldChg>
      <pc:sldChg chg="addSp delSp modSp mod modAnim">
        <pc:chgData name="Shah, Khiloni" userId="8f31dae4-2772-4bd5-9bcb-e896dfae853f" providerId="ADAL" clId="{6B1EFC17-6834-4DFD-9580-33207790A817}" dt="2022-09-12T14:29:33.348" v="1880" actId="1582"/>
        <pc:sldMkLst>
          <pc:docMk/>
          <pc:sldMk cId="1825974410" sldId="616"/>
        </pc:sldMkLst>
        <pc:spChg chg="add mod">
          <ac:chgData name="Shah, Khiloni" userId="8f31dae4-2772-4bd5-9bcb-e896dfae853f" providerId="ADAL" clId="{6B1EFC17-6834-4DFD-9580-33207790A817}" dt="2022-09-12T14:28:22.253" v="1866" actId="1076"/>
          <ac:spMkLst>
            <pc:docMk/>
            <pc:sldMk cId="1825974410" sldId="616"/>
            <ac:spMk id="2" creationId="{A0A13CEC-112D-1904-687E-7DD168363748}"/>
          </ac:spMkLst>
        </pc:spChg>
        <pc:spChg chg="add mod">
          <ac:chgData name="Shah, Khiloni" userId="8f31dae4-2772-4bd5-9bcb-e896dfae853f" providerId="ADAL" clId="{6B1EFC17-6834-4DFD-9580-33207790A817}" dt="2022-09-09T20:24:36.788" v="186" actId="13822"/>
          <ac:spMkLst>
            <pc:docMk/>
            <pc:sldMk cId="1825974410" sldId="616"/>
            <ac:spMk id="3" creationId="{AF78CFD6-5A4C-FABE-11E1-125F7EA93F04}"/>
          </ac:spMkLst>
        </pc:spChg>
        <pc:spChg chg="add del mod">
          <ac:chgData name="Shah, Khiloni" userId="8f31dae4-2772-4bd5-9bcb-e896dfae853f" providerId="ADAL" clId="{6B1EFC17-6834-4DFD-9580-33207790A817}" dt="2022-09-12T14:29:23.833" v="1878" actId="478"/>
          <ac:spMkLst>
            <pc:docMk/>
            <pc:sldMk cId="1825974410" sldId="616"/>
            <ac:spMk id="4" creationId="{9CC77DCD-ED1E-E463-841B-CD31C5929D6F}"/>
          </ac:spMkLst>
        </pc:spChg>
        <pc:spChg chg="mod">
          <ac:chgData name="Shah, Khiloni" userId="8f31dae4-2772-4bd5-9bcb-e896dfae853f" providerId="ADAL" clId="{6B1EFC17-6834-4DFD-9580-33207790A817}" dt="2022-09-12T14:28:19.516" v="1865" actId="20577"/>
          <ac:spMkLst>
            <pc:docMk/>
            <pc:sldMk cId="1825974410" sldId="616"/>
            <ac:spMk id="382979" creationId="{00000000-0000-0000-0000-000000000000}"/>
          </ac:spMkLst>
        </pc:spChg>
        <pc:graphicFrameChg chg="mod">
          <ac:chgData name="Shah, Khiloni" userId="8f31dae4-2772-4bd5-9bcb-e896dfae853f" providerId="ADAL" clId="{6B1EFC17-6834-4DFD-9580-33207790A817}" dt="2022-09-09T20:24:04.646" v="101" actId="1076"/>
          <ac:graphicFrameMkLst>
            <pc:docMk/>
            <pc:sldMk cId="1825974410" sldId="616"/>
            <ac:graphicFrameMk id="40965" creationId="{00000000-0000-0000-0000-000000000000}"/>
          </ac:graphicFrameMkLst>
        </pc:graphicFrameChg>
        <pc:graphicFrameChg chg="mod">
          <ac:chgData name="Shah, Khiloni" userId="8f31dae4-2772-4bd5-9bcb-e896dfae853f" providerId="ADAL" clId="{6B1EFC17-6834-4DFD-9580-33207790A817}" dt="2022-09-12T14:29:33.348" v="1880" actId="1582"/>
          <ac:graphicFrameMkLst>
            <pc:docMk/>
            <pc:sldMk cId="1825974410" sldId="616"/>
            <ac:graphicFrameMk id="40966" creationId="{00000000-0000-0000-0000-000000000000}"/>
          </ac:graphicFrameMkLst>
        </pc:graphicFrameChg>
        <pc:picChg chg="del mod">
          <ac:chgData name="Shah, Khiloni" userId="8f31dae4-2772-4bd5-9bcb-e896dfae853f" providerId="ADAL" clId="{6B1EFC17-6834-4DFD-9580-33207790A817}" dt="2022-09-09T20:23:46.120" v="98" actId="478"/>
          <ac:picMkLst>
            <pc:docMk/>
            <pc:sldMk cId="1825974410" sldId="616"/>
            <ac:picMk id="40964" creationId="{00000000-0000-0000-0000-000000000000}"/>
          </ac:picMkLst>
        </pc:picChg>
      </pc:sldChg>
      <pc:sldChg chg="modSp mod">
        <pc:chgData name="Shah, Khiloni" userId="8f31dae4-2772-4bd5-9bcb-e896dfae853f" providerId="ADAL" clId="{6B1EFC17-6834-4DFD-9580-33207790A817}" dt="2022-09-12T14:30:38.056" v="1882" actId="27636"/>
        <pc:sldMkLst>
          <pc:docMk/>
          <pc:sldMk cId="2546417388" sldId="617"/>
        </pc:sldMkLst>
        <pc:spChg chg="mod">
          <ac:chgData name="Shah, Khiloni" userId="8f31dae4-2772-4bd5-9bcb-e896dfae853f" providerId="ADAL" clId="{6B1EFC17-6834-4DFD-9580-33207790A817}" dt="2022-09-12T14:30:38.056" v="1882" actId="27636"/>
          <ac:spMkLst>
            <pc:docMk/>
            <pc:sldMk cId="2546417388" sldId="617"/>
            <ac:spMk id="41987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7:01.938" v="1128" actId="12"/>
        <pc:sldMkLst>
          <pc:docMk/>
          <pc:sldMk cId="1311702367" sldId="618"/>
        </pc:sldMkLst>
        <pc:spChg chg="mod">
          <ac:chgData name="Shah, Khiloni" userId="8f31dae4-2772-4bd5-9bcb-e896dfae853f" providerId="ADAL" clId="{6B1EFC17-6834-4DFD-9580-33207790A817}" dt="2022-09-12T13:27:01.938" v="1128" actId="12"/>
          <ac:spMkLst>
            <pc:docMk/>
            <pc:sldMk cId="1311702367" sldId="618"/>
            <ac:spMk id="334851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7:23.033" v="1132" actId="5793"/>
        <pc:sldMkLst>
          <pc:docMk/>
          <pc:sldMk cId="1547855180" sldId="619"/>
        </pc:sldMkLst>
        <pc:spChg chg="mod">
          <ac:chgData name="Shah, Khiloni" userId="8f31dae4-2772-4bd5-9bcb-e896dfae853f" providerId="ADAL" clId="{6B1EFC17-6834-4DFD-9580-33207790A817}" dt="2022-09-12T13:27:23.033" v="1132" actId="5793"/>
          <ac:spMkLst>
            <pc:docMk/>
            <pc:sldMk cId="1547855180" sldId="619"/>
            <ac:spMk id="44035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7:39.587" v="1137" actId="5793"/>
        <pc:sldMkLst>
          <pc:docMk/>
          <pc:sldMk cId="3215802957" sldId="620"/>
        </pc:sldMkLst>
        <pc:spChg chg="mod">
          <ac:chgData name="Shah, Khiloni" userId="8f31dae4-2772-4bd5-9bcb-e896dfae853f" providerId="ADAL" clId="{6B1EFC17-6834-4DFD-9580-33207790A817}" dt="2022-09-12T13:27:39.587" v="1137" actId="5793"/>
          <ac:spMkLst>
            <pc:docMk/>
            <pc:sldMk cId="3215802957" sldId="620"/>
            <ac:spMk id="3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8:04.091" v="1143" actId="5793"/>
        <pc:sldMkLst>
          <pc:docMk/>
          <pc:sldMk cId="2935865465" sldId="621"/>
        </pc:sldMkLst>
        <pc:spChg chg="mod">
          <ac:chgData name="Shah, Khiloni" userId="8f31dae4-2772-4bd5-9bcb-e896dfae853f" providerId="ADAL" clId="{6B1EFC17-6834-4DFD-9580-33207790A817}" dt="2022-09-12T13:28:04.091" v="1143" actId="5793"/>
          <ac:spMkLst>
            <pc:docMk/>
            <pc:sldMk cId="2935865465" sldId="621"/>
            <ac:spMk id="3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28:20.553" v="1146" actId="12"/>
        <pc:sldMkLst>
          <pc:docMk/>
          <pc:sldMk cId="4011218849" sldId="622"/>
        </pc:sldMkLst>
        <pc:spChg chg="mod">
          <ac:chgData name="Shah, Khiloni" userId="8f31dae4-2772-4bd5-9bcb-e896dfae853f" providerId="ADAL" clId="{6B1EFC17-6834-4DFD-9580-33207790A817}" dt="2022-09-12T13:28:20.553" v="1146" actId="12"/>
          <ac:spMkLst>
            <pc:docMk/>
            <pc:sldMk cId="4011218849" sldId="622"/>
            <ac:spMk id="47107" creationId="{00000000-0000-0000-0000-000000000000}"/>
          </ac:spMkLst>
        </pc:spChg>
      </pc:sldChg>
      <pc:sldChg chg="addSp delSp modSp mod">
        <pc:chgData name="Shah, Khiloni" userId="8f31dae4-2772-4bd5-9bcb-e896dfae853f" providerId="ADAL" clId="{6B1EFC17-6834-4DFD-9580-33207790A817}" dt="2022-09-12T13:30:13.445" v="1171" actId="12"/>
        <pc:sldMkLst>
          <pc:docMk/>
          <pc:sldMk cId="1988464563" sldId="623"/>
        </pc:sldMkLst>
        <pc:spChg chg="add mod">
          <ac:chgData name="Shah, Khiloni" userId="8f31dae4-2772-4bd5-9bcb-e896dfae853f" providerId="ADAL" clId="{6B1EFC17-6834-4DFD-9580-33207790A817}" dt="2022-09-12T13:29:12.934" v="1158" actId="1076"/>
          <ac:spMkLst>
            <pc:docMk/>
            <pc:sldMk cId="1988464563" sldId="623"/>
            <ac:spMk id="3" creationId="{13C15FD1-74DD-5D16-575F-BD13F40B9A7F}"/>
          </ac:spMkLst>
        </pc:spChg>
        <pc:spChg chg="mod">
          <ac:chgData name="Shah, Khiloni" userId="8f31dae4-2772-4bd5-9bcb-e896dfae853f" providerId="ADAL" clId="{6B1EFC17-6834-4DFD-9580-33207790A817}" dt="2022-09-12T13:30:13.445" v="1171" actId="12"/>
          <ac:spMkLst>
            <pc:docMk/>
            <pc:sldMk cId="1988464563" sldId="623"/>
            <ac:spMk id="48130" creationId="{00000000-0000-0000-0000-000000000000}"/>
          </ac:spMkLst>
        </pc:spChg>
        <pc:picChg chg="add del mod">
          <ac:chgData name="Shah, Khiloni" userId="8f31dae4-2772-4bd5-9bcb-e896dfae853f" providerId="ADAL" clId="{6B1EFC17-6834-4DFD-9580-33207790A817}" dt="2022-09-12T13:28:56.267" v="1156" actId="1076"/>
          <ac:picMkLst>
            <pc:docMk/>
            <pc:sldMk cId="1988464563" sldId="623"/>
            <ac:picMk id="2" creationId="{672C2E6F-C8D1-7254-C2AC-9877CE2F3490}"/>
          </ac:picMkLst>
        </pc:picChg>
      </pc:sldChg>
      <pc:sldChg chg="modSp mod">
        <pc:chgData name="Shah, Khiloni" userId="8f31dae4-2772-4bd5-9bcb-e896dfae853f" providerId="ADAL" clId="{6B1EFC17-6834-4DFD-9580-33207790A817}" dt="2022-09-12T13:30:27.078" v="1175" actId="20577"/>
        <pc:sldMkLst>
          <pc:docMk/>
          <pc:sldMk cId="798556946" sldId="625"/>
        </pc:sldMkLst>
        <pc:spChg chg="mod">
          <ac:chgData name="Shah, Khiloni" userId="8f31dae4-2772-4bd5-9bcb-e896dfae853f" providerId="ADAL" clId="{6B1EFC17-6834-4DFD-9580-33207790A817}" dt="2022-09-12T13:30:27.078" v="1175" actId="20577"/>
          <ac:spMkLst>
            <pc:docMk/>
            <pc:sldMk cId="798556946" sldId="625"/>
            <ac:spMk id="3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30:47.648" v="1178" actId="5793"/>
        <pc:sldMkLst>
          <pc:docMk/>
          <pc:sldMk cId="2602104586" sldId="626"/>
        </pc:sldMkLst>
        <pc:spChg chg="mod">
          <ac:chgData name="Shah, Khiloni" userId="8f31dae4-2772-4bd5-9bcb-e896dfae853f" providerId="ADAL" clId="{6B1EFC17-6834-4DFD-9580-33207790A817}" dt="2022-09-12T13:30:47.648" v="1178" actId="5793"/>
          <ac:spMkLst>
            <pc:docMk/>
            <pc:sldMk cId="2602104586" sldId="626"/>
            <ac:spMk id="51202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31:51.698" v="1189" actId="5793"/>
        <pc:sldMkLst>
          <pc:docMk/>
          <pc:sldMk cId="883080029" sldId="627"/>
        </pc:sldMkLst>
        <pc:spChg chg="mod">
          <ac:chgData name="Shah, Khiloni" userId="8f31dae4-2772-4bd5-9bcb-e896dfae853f" providerId="ADAL" clId="{6B1EFC17-6834-4DFD-9580-33207790A817}" dt="2022-09-12T13:31:28.760" v="1183" actId="1076"/>
          <ac:spMkLst>
            <pc:docMk/>
            <pc:sldMk cId="883080029" sldId="627"/>
            <ac:spMk id="52226" creationId="{00000000-0000-0000-0000-000000000000}"/>
          </ac:spMkLst>
        </pc:spChg>
        <pc:spChg chg="mod">
          <ac:chgData name="Shah, Khiloni" userId="8f31dae4-2772-4bd5-9bcb-e896dfae853f" providerId="ADAL" clId="{6B1EFC17-6834-4DFD-9580-33207790A817}" dt="2022-09-12T13:31:51.698" v="1189" actId="5793"/>
          <ac:spMkLst>
            <pc:docMk/>
            <pc:sldMk cId="883080029" sldId="627"/>
            <ac:spMk id="52228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32:12.210" v="1191" actId="5793"/>
        <pc:sldMkLst>
          <pc:docMk/>
          <pc:sldMk cId="4156035378" sldId="628"/>
        </pc:sldMkLst>
        <pc:spChg chg="mod">
          <ac:chgData name="Shah, Khiloni" userId="8f31dae4-2772-4bd5-9bcb-e896dfae853f" providerId="ADAL" clId="{6B1EFC17-6834-4DFD-9580-33207790A817}" dt="2022-09-12T13:32:12.210" v="1191" actId="5793"/>
          <ac:spMkLst>
            <pc:docMk/>
            <pc:sldMk cId="4156035378" sldId="628"/>
            <ac:spMk id="4" creationId="{00000000-0000-0000-0000-000000000000}"/>
          </ac:spMkLst>
        </pc:spChg>
        <pc:spChg chg="mod">
          <ac:chgData name="Shah, Khiloni" userId="8f31dae4-2772-4bd5-9bcb-e896dfae853f" providerId="ADAL" clId="{6B1EFC17-6834-4DFD-9580-33207790A817}" dt="2022-09-12T13:32:07.211" v="1190" actId="12"/>
          <ac:spMkLst>
            <pc:docMk/>
            <pc:sldMk cId="4156035378" sldId="628"/>
            <ac:spMk id="53250" creationId="{00000000-0000-0000-0000-000000000000}"/>
          </ac:spMkLst>
        </pc:spChg>
      </pc:sldChg>
      <pc:sldChg chg="addSp delSp modSp mod modAnim">
        <pc:chgData name="Shah, Khiloni" userId="8f31dae4-2772-4bd5-9bcb-e896dfae853f" providerId="ADAL" clId="{6B1EFC17-6834-4DFD-9580-33207790A817}" dt="2022-09-09T20:49:38.256" v="793"/>
        <pc:sldMkLst>
          <pc:docMk/>
          <pc:sldMk cId="2760886259" sldId="637"/>
        </pc:sldMkLst>
        <pc:spChg chg="add mod">
          <ac:chgData name="Shah, Khiloni" userId="8f31dae4-2772-4bd5-9bcb-e896dfae853f" providerId="ADAL" clId="{6B1EFC17-6834-4DFD-9580-33207790A817}" dt="2022-09-09T20:47:40.205" v="768" actId="1076"/>
          <ac:spMkLst>
            <pc:docMk/>
            <pc:sldMk cId="2760886259" sldId="637"/>
            <ac:spMk id="3" creationId="{AA2F2CE0-CD05-CBF9-A0A1-74724F461032}"/>
          </ac:spMkLst>
        </pc:spChg>
        <pc:spChg chg="add mod">
          <ac:chgData name="Shah, Khiloni" userId="8f31dae4-2772-4bd5-9bcb-e896dfae853f" providerId="ADAL" clId="{6B1EFC17-6834-4DFD-9580-33207790A817}" dt="2022-09-09T20:47:42.867" v="769" actId="1076"/>
          <ac:spMkLst>
            <pc:docMk/>
            <pc:sldMk cId="2760886259" sldId="637"/>
            <ac:spMk id="5" creationId="{76E95FEC-1F1E-BB1A-B43D-7394E23B81B1}"/>
          </ac:spMkLst>
        </pc:spChg>
        <pc:spChg chg="add mod">
          <ac:chgData name="Shah, Khiloni" userId="8f31dae4-2772-4bd5-9bcb-e896dfae853f" providerId="ADAL" clId="{6B1EFC17-6834-4DFD-9580-33207790A817}" dt="2022-09-09T20:47:47.735" v="770" actId="1076"/>
          <ac:spMkLst>
            <pc:docMk/>
            <pc:sldMk cId="2760886259" sldId="637"/>
            <ac:spMk id="6" creationId="{C23A0703-A4A4-947E-A299-0E86A17A5028}"/>
          </ac:spMkLst>
        </pc:spChg>
        <pc:spChg chg="add mod">
          <ac:chgData name="Shah, Khiloni" userId="8f31dae4-2772-4bd5-9bcb-e896dfae853f" providerId="ADAL" clId="{6B1EFC17-6834-4DFD-9580-33207790A817}" dt="2022-09-09T20:48:07.925" v="788" actId="1076"/>
          <ac:spMkLst>
            <pc:docMk/>
            <pc:sldMk cId="2760886259" sldId="637"/>
            <ac:spMk id="7" creationId="{65F8BF7D-311A-B9CC-A72A-61621270A0CB}"/>
          </ac:spMkLst>
        </pc:spChg>
        <pc:spChg chg="mod">
          <ac:chgData name="Shah, Khiloni" userId="8f31dae4-2772-4bd5-9bcb-e896dfae853f" providerId="ADAL" clId="{6B1EFC17-6834-4DFD-9580-33207790A817}" dt="2022-09-09T20:45:39.498" v="714" actId="1076"/>
          <ac:spMkLst>
            <pc:docMk/>
            <pc:sldMk cId="2760886259" sldId="637"/>
            <ac:spMk id="61442" creationId="{00000000-0000-0000-0000-000000000000}"/>
          </ac:spMkLst>
        </pc:spChg>
        <pc:graphicFrameChg chg="add del mod">
          <ac:chgData name="Shah, Khiloni" userId="8f31dae4-2772-4bd5-9bcb-e896dfae853f" providerId="ADAL" clId="{6B1EFC17-6834-4DFD-9580-33207790A817}" dt="2022-09-09T20:49:19.713" v="789" actId="478"/>
          <ac:graphicFrameMkLst>
            <pc:docMk/>
            <pc:sldMk cId="2760886259" sldId="637"/>
            <ac:graphicFrameMk id="61443" creationId="{00000000-0000-0000-0000-000000000000}"/>
          </ac:graphicFrameMkLst>
        </pc:graphicFrameChg>
      </pc:sldChg>
      <pc:sldChg chg="addSp delSp modSp mod delAnim modAnim">
        <pc:chgData name="Shah, Khiloni" userId="8f31dae4-2772-4bd5-9bcb-e896dfae853f" providerId="ADAL" clId="{6B1EFC17-6834-4DFD-9580-33207790A817}" dt="2022-09-12T13:39:55.251" v="1342" actId="21"/>
        <pc:sldMkLst>
          <pc:docMk/>
          <pc:sldMk cId="2559792795" sldId="641"/>
        </pc:sldMkLst>
        <pc:spChg chg="add mod">
          <ac:chgData name="Shah, Khiloni" userId="8f31dae4-2772-4bd5-9bcb-e896dfae853f" providerId="ADAL" clId="{6B1EFC17-6834-4DFD-9580-33207790A817}" dt="2022-09-12T13:17:59.646" v="916" actId="1076"/>
          <ac:spMkLst>
            <pc:docMk/>
            <pc:sldMk cId="2559792795" sldId="641"/>
            <ac:spMk id="4" creationId="{FF7B497B-C90C-88B8-E6B4-FC294673ED4B}"/>
          </ac:spMkLst>
        </pc:spChg>
        <pc:spChg chg="add mod">
          <ac:chgData name="Shah, Khiloni" userId="8f31dae4-2772-4bd5-9bcb-e896dfae853f" providerId="ADAL" clId="{6B1EFC17-6834-4DFD-9580-33207790A817}" dt="2022-09-12T13:18:03.070" v="917" actId="1076"/>
          <ac:spMkLst>
            <pc:docMk/>
            <pc:sldMk cId="2559792795" sldId="641"/>
            <ac:spMk id="5" creationId="{DBD5691C-9A23-EC64-3CE8-0919903C035D}"/>
          </ac:spMkLst>
        </pc:spChg>
        <pc:spChg chg="add mod">
          <ac:chgData name="Shah, Khiloni" userId="8f31dae4-2772-4bd5-9bcb-e896dfae853f" providerId="ADAL" clId="{6B1EFC17-6834-4DFD-9580-33207790A817}" dt="2022-09-12T13:18:06.971" v="918" actId="1076"/>
          <ac:spMkLst>
            <pc:docMk/>
            <pc:sldMk cId="2559792795" sldId="641"/>
            <ac:spMk id="6" creationId="{5EADC29F-6BD6-6B9B-2F9B-01CFA5B60479}"/>
          </ac:spMkLst>
        </pc:spChg>
        <pc:spChg chg="add del mod">
          <ac:chgData name="Shah, Khiloni" userId="8f31dae4-2772-4bd5-9bcb-e896dfae853f" providerId="ADAL" clId="{6B1EFC17-6834-4DFD-9580-33207790A817}" dt="2022-09-12T13:39:55.251" v="1342" actId="21"/>
          <ac:spMkLst>
            <pc:docMk/>
            <pc:sldMk cId="2559792795" sldId="641"/>
            <ac:spMk id="7" creationId="{09D0AE9D-33E5-9E34-9654-1F0A78E3511C}"/>
          </ac:spMkLst>
        </pc:spChg>
        <pc:spChg chg="add del mod">
          <ac:chgData name="Shah, Khiloni" userId="8f31dae4-2772-4bd5-9bcb-e896dfae853f" providerId="ADAL" clId="{6B1EFC17-6834-4DFD-9580-33207790A817}" dt="2022-09-12T13:39:55.251" v="1342" actId="21"/>
          <ac:spMkLst>
            <pc:docMk/>
            <pc:sldMk cId="2559792795" sldId="641"/>
            <ac:spMk id="9" creationId="{F08D2D60-89B1-56CB-9531-E64E915316D1}"/>
          </ac:spMkLst>
        </pc:spChg>
        <pc:spChg chg="mod">
          <ac:chgData name="Shah, Khiloni" userId="8f31dae4-2772-4bd5-9bcb-e896dfae853f" providerId="ADAL" clId="{6B1EFC17-6834-4DFD-9580-33207790A817}" dt="2022-09-12T13:14:25.381" v="811" actId="14100"/>
          <ac:spMkLst>
            <pc:docMk/>
            <pc:sldMk cId="2559792795" sldId="641"/>
            <ac:spMk id="65538" creationId="{00000000-0000-0000-0000-000000000000}"/>
          </ac:spMkLst>
        </pc:spChg>
        <pc:spChg chg="mod">
          <ac:chgData name="Shah, Khiloni" userId="8f31dae4-2772-4bd5-9bcb-e896dfae853f" providerId="ADAL" clId="{6B1EFC17-6834-4DFD-9580-33207790A817}" dt="2022-09-12T13:18:35.445" v="925" actId="1076"/>
          <ac:spMkLst>
            <pc:docMk/>
            <pc:sldMk cId="2559792795" sldId="641"/>
            <ac:spMk id="65542" creationId="{00000000-0000-0000-0000-000000000000}"/>
          </ac:spMkLst>
        </pc:spChg>
        <pc:grpChg chg="del mod">
          <ac:chgData name="Shah, Khiloni" userId="8f31dae4-2772-4bd5-9bcb-e896dfae853f" providerId="ADAL" clId="{6B1EFC17-6834-4DFD-9580-33207790A817}" dt="2022-09-12T13:20:10.822" v="1021" actId="478"/>
          <ac:grpSpMkLst>
            <pc:docMk/>
            <pc:sldMk cId="2559792795" sldId="641"/>
            <ac:grpSpMk id="65539" creationId="{00000000-0000-0000-0000-000000000000}"/>
          </ac:grpSpMkLst>
        </pc:grpChg>
        <pc:graphicFrameChg chg="mod">
          <ac:chgData name="Shah, Khiloni" userId="8f31dae4-2772-4bd5-9bcb-e896dfae853f" providerId="ADAL" clId="{6B1EFC17-6834-4DFD-9580-33207790A817}" dt="2022-09-12T13:18:35.445" v="925" actId="1076"/>
          <ac:graphicFrameMkLst>
            <pc:docMk/>
            <pc:sldMk cId="2559792795" sldId="641"/>
            <ac:graphicFrameMk id="65541" creationId="{00000000-0000-0000-0000-000000000000}"/>
          </ac:graphicFrameMkLst>
        </pc:graphicFrameChg>
        <pc:picChg chg="add mod">
          <ac:chgData name="Shah, Khiloni" userId="8f31dae4-2772-4bd5-9bcb-e896dfae853f" providerId="ADAL" clId="{6B1EFC17-6834-4DFD-9580-33207790A817}" dt="2022-09-12T13:18:12.342" v="919" actId="1076"/>
          <ac:picMkLst>
            <pc:docMk/>
            <pc:sldMk cId="2559792795" sldId="641"/>
            <ac:picMk id="2" creationId="{4F6E00C4-129A-3789-BDC8-F55F5EF077CA}"/>
          </ac:picMkLst>
        </pc:picChg>
        <pc:picChg chg="add del mod">
          <ac:chgData name="Shah, Khiloni" userId="8f31dae4-2772-4bd5-9bcb-e896dfae853f" providerId="ADAL" clId="{6B1EFC17-6834-4DFD-9580-33207790A817}" dt="2022-09-12T13:15:44.948" v="817" actId="478"/>
          <ac:picMkLst>
            <pc:docMk/>
            <pc:sldMk cId="2559792795" sldId="641"/>
            <ac:picMk id="3" creationId="{1A4A1966-8278-77EE-2AEC-31BEB1413F22}"/>
          </ac:picMkLst>
        </pc:picChg>
      </pc:sldChg>
      <pc:sldChg chg="addSp delSp modSp mod delAnim modAnim">
        <pc:chgData name="Shah, Khiloni" userId="8f31dae4-2772-4bd5-9bcb-e896dfae853f" providerId="ADAL" clId="{6B1EFC17-6834-4DFD-9580-33207790A817}" dt="2022-09-12T13:40:11.027" v="1346"/>
        <pc:sldMkLst>
          <pc:docMk/>
          <pc:sldMk cId="1122406941" sldId="642"/>
        </pc:sldMkLst>
        <pc:spChg chg="add mod">
          <ac:chgData name="Shah, Khiloni" userId="8f31dae4-2772-4bd5-9bcb-e896dfae853f" providerId="ADAL" clId="{6B1EFC17-6834-4DFD-9580-33207790A817}" dt="2022-09-12T13:40:00.639" v="1344" actId="1076"/>
          <ac:spMkLst>
            <pc:docMk/>
            <pc:sldMk cId="1122406941" sldId="642"/>
            <ac:spMk id="2" creationId="{AF73B5BE-C007-8238-A389-1D3984B16FC6}"/>
          </ac:spMkLst>
        </pc:spChg>
        <pc:spChg chg="add mod">
          <ac:chgData name="Shah, Khiloni" userId="8f31dae4-2772-4bd5-9bcb-e896dfae853f" providerId="ADAL" clId="{6B1EFC17-6834-4DFD-9580-33207790A817}" dt="2022-09-12T13:40:00.639" v="1344" actId="1076"/>
          <ac:spMkLst>
            <pc:docMk/>
            <pc:sldMk cId="1122406941" sldId="642"/>
            <ac:spMk id="3" creationId="{7209EB80-BB90-9ABE-D7E3-0D622B2465F5}"/>
          </ac:spMkLst>
        </pc:spChg>
        <pc:spChg chg="mod">
          <ac:chgData name="Shah, Khiloni" userId="8f31dae4-2772-4bd5-9bcb-e896dfae853f" providerId="ADAL" clId="{6B1EFC17-6834-4DFD-9580-33207790A817}" dt="2022-09-12T13:39:49.034" v="1341" actId="1076"/>
          <ac:spMkLst>
            <pc:docMk/>
            <pc:sldMk cId="1122406941" sldId="642"/>
            <ac:spMk id="66562" creationId="{00000000-0000-0000-0000-000000000000}"/>
          </ac:spMkLst>
        </pc:spChg>
        <pc:spChg chg="del mod">
          <ac:chgData name="Shah, Khiloni" userId="8f31dae4-2772-4bd5-9bcb-e896dfae853f" providerId="ADAL" clId="{6B1EFC17-6834-4DFD-9580-33207790A817}" dt="2022-09-12T13:39:33.889" v="1338" actId="478"/>
          <ac:spMkLst>
            <pc:docMk/>
            <pc:sldMk cId="1122406941" sldId="642"/>
            <ac:spMk id="66564" creationId="{00000000-0000-0000-0000-000000000000}"/>
          </ac:spMkLst>
        </pc:spChg>
        <pc:graphicFrameChg chg="mod">
          <ac:chgData name="Shah, Khiloni" userId="8f31dae4-2772-4bd5-9bcb-e896dfae853f" providerId="ADAL" clId="{6B1EFC17-6834-4DFD-9580-33207790A817}" dt="2022-09-12T13:39:46.769" v="1340" actId="1076"/>
          <ac:graphicFrameMkLst>
            <pc:docMk/>
            <pc:sldMk cId="1122406941" sldId="642"/>
            <ac:graphicFrameMk id="66563" creationId="{00000000-0000-0000-0000-000000000000}"/>
          </ac:graphicFrameMkLst>
        </pc:graphicFrameChg>
        <pc:graphicFrameChg chg="del mod">
          <ac:chgData name="Shah, Khiloni" userId="8f31dae4-2772-4bd5-9bcb-e896dfae853f" providerId="ADAL" clId="{6B1EFC17-6834-4DFD-9580-33207790A817}" dt="2022-09-12T13:39:32.429" v="1336" actId="478"/>
          <ac:graphicFrameMkLst>
            <pc:docMk/>
            <pc:sldMk cId="1122406941" sldId="642"/>
            <ac:graphicFrameMk id="66565" creationId="{00000000-0000-0000-0000-000000000000}"/>
          </ac:graphicFrameMkLst>
        </pc:graphicFrameChg>
      </pc:sldChg>
      <pc:sldChg chg="addSp modSp mod modAnim">
        <pc:chgData name="Shah, Khiloni" userId="8f31dae4-2772-4bd5-9bcb-e896dfae853f" providerId="ADAL" clId="{6B1EFC17-6834-4DFD-9580-33207790A817}" dt="2022-09-12T13:43:00.347" v="1412"/>
        <pc:sldMkLst>
          <pc:docMk/>
          <pc:sldMk cId="595121026" sldId="643"/>
        </pc:sldMkLst>
        <pc:spChg chg="add mod">
          <ac:chgData name="Shah, Khiloni" userId="8f31dae4-2772-4bd5-9bcb-e896dfae853f" providerId="ADAL" clId="{6B1EFC17-6834-4DFD-9580-33207790A817}" dt="2022-09-12T13:41:33.749" v="1358" actId="1076"/>
          <ac:spMkLst>
            <pc:docMk/>
            <pc:sldMk cId="595121026" sldId="643"/>
            <ac:spMk id="3" creationId="{D5DA8224-D9A7-5BEB-6580-87F3BCED519F}"/>
          </ac:spMkLst>
        </pc:spChg>
        <pc:spChg chg="mod">
          <ac:chgData name="Shah, Khiloni" userId="8f31dae4-2772-4bd5-9bcb-e896dfae853f" providerId="ADAL" clId="{6B1EFC17-6834-4DFD-9580-33207790A817}" dt="2022-09-12T13:42:47.041" v="1409" actId="122"/>
          <ac:spMkLst>
            <pc:docMk/>
            <pc:sldMk cId="595121026" sldId="643"/>
            <ac:spMk id="67588" creationId="{00000000-0000-0000-0000-000000000000}"/>
          </ac:spMkLst>
        </pc:spChg>
        <pc:graphicFrameChg chg="mod">
          <ac:chgData name="Shah, Khiloni" userId="8f31dae4-2772-4bd5-9bcb-e896dfae853f" providerId="ADAL" clId="{6B1EFC17-6834-4DFD-9580-33207790A817}" dt="2022-09-12T13:41:07.737" v="1350" actId="1076"/>
          <ac:graphicFrameMkLst>
            <pc:docMk/>
            <pc:sldMk cId="595121026" sldId="643"/>
            <ac:graphicFrameMk id="67587" creationId="{00000000-0000-0000-0000-000000000000}"/>
          </ac:graphicFrameMkLst>
        </pc:graphicFrameChg>
      </pc:sldChg>
      <pc:sldChg chg="modSp mod">
        <pc:chgData name="Shah, Khiloni" userId="8f31dae4-2772-4bd5-9bcb-e896dfae853f" providerId="ADAL" clId="{6B1EFC17-6834-4DFD-9580-33207790A817}" dt="2022-09-12T13:44:06.960" v="1426" actId="13926"/>
        <pc:sldMkLst>
          <pc:docMk/>
          <pc:sldMk cId="3551389224" sldId="646"/>
        </pc:sldMkLst>
        <pc:spChg chg="mod">
          <ac:chgData name="Shah, Khiloni" userId="8f31dae4-2772-4bd5-9bcb-e896dfae853f" providerId="ADAL" clId="{6B1EFC17-6834-4DFD-9580-33207790A817}" dt="2022-09-12T13:44:06.960" v="1426" actId="13926"/>
          <ac:spMkLst>
            <pc:docMk/>
            <pc:sldMk cId="3551389224" sldId="646"/>
            <ac:spMk id="70658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45:49.374" v="1452" actId="11"/>
        <pc:sldMkLst>
          <pc:docMk/>
          <pc:sldMk cId="1450235266" sldId="647"/>
        </pc:sldMkLst>
        <pc:spChg chg="mod">
          <ac:chgData name="Shah, Khiloni" userId="8f31dae4-2772-4bd5-9bcb-e896dfae853f" providerId="ADAL" clId="{6B1EFC17-6834-4DFD-9580-33207790A817}" dt="2022-09-12T13:45:49.374" v="1452" actId="11"/>
          <ac:spMkLst>
            <pc:docMk/>
            <pc:sldMk cId="1450235266" sldId="647"/>
            <ac:spMk id="71682" creationId="{00000000-0000-0000-0000-000000000000}"/>
          </ac:spMkLst>
        </pc:spChg>
      </pc:sldChg>
      <pc:sldChg chg="modSp mod modAnim">
        <pc:chgData name="Shah, Khiloni" userId="8f31dae4-2772-4bd5-9bcb-e896dfae853f" providerId="ADAL" clId="{6B1EFC17-6834-4DFD-9580-33207790A817}" dt="2022-09-12T13:51:07.983" v="1646"/>
        <pc:sldMkLst>
          <pc:docMk/>
          <pc:sldMk cId="2528308362" sldId="648"/>
        </pc:sldMkLst>
        <pc:spChg chg="mod">
          <ac:chgData name="Shah, Khiloni" userId="8f31dae4-2772-4bd5-9bcb-e896dfae853f" providerId="ADAL" clId="{6B1EFC17-6834-4DFD-9580-33207790A817}" dt="2022-09-12T13:50:31.873" v="1642" actId="27636"/>
          <ac:spMkLst>
            <pc:docMk/>
            <pc:sldMk cId="2528308362" sldId="648"/>
            <ac:spMk id="72706" creationId="{00000000-0000-0000-0000-000000000000}"/>
          </ac:spMkLst>
        </pc:spChg>
        <pc:spChg chg="mod">
          <ac:chgData name="Shah, Khiloni" userId="8f31dae4-2772-4bd5-9bcb-e896dfae853f" providerId="ADAL" clId="{6B1EFC17-6834-4DFD-9580-33207790A817}" dt="2022-09-12T13:48:13.992" v="1557" actId="20577"/>
          <ac:spMkLst>
            <pc:docMk/>
            <pc:sldMk cId="2528308362" sldId="648"/>
            <ac:spMk id="72707" creationId="{00000000-0000-0000-0000-000000000000}"/>
          </ac:spMkLst>
        </pc:spChg>
        <pc:spChg chg="mod">
          <ac:chgData name="Shah, Khiloni" userId="8f31dae4-2772-4bd5-9bcb-e896dfae853f" providerId="ADAL" clId="{6B1EFC17-6834-4DFD-9580-33207790A817}" dt="2022-09-12T13:49:39.331" v="1625" actId="20577"/>
          <ac:spMkLst>
            <pc:docMk/>
            <pc:sldMk cId="2528308362" sldId="648"/>
            <ac:spMk id="72708" creationId="{00000000-0000-0000-0000-000000000000}"/>
          </ac:spMkLst>
        </pc:spChg>
      </pc:sldChg>
      <pc:sldChg chg="modSp mod modAnim">
        <pc:chgData name="Shah, Khiloni" userId="8f31dae4-2772-4bd5-9bcb-e896dfae853f" providerId="ADAL" clId="{6B1EFC17-6834-4DFD-9580-33207790A817}" dt="2022-09-12T13:53:52.411" v="1793"/>
        <pc:sldMkLst>
          <pc:docMk/>
          <pc:sldMk cId="2989608806" sldId="649"/>
        </pc:sldMkLst>
        <pc:spChg chg="mod">
          <ac:chgData name="Shah, Khiloni" userId="8f31dae4-2772-4bd5-9bcb-e896dfae853f" providerId="ADAL" clId="{6B1EFC17-6834-4DFD-9580-33207790A817}" dt="2022-09-12T13:53:39.407" v="1790" actId="20577"/>
          <ac:spMkLst>
            <pc:docMk/>
            <pc:sldMk cId="2989608806" sldId="649"/>
            <ac:spMk id="73730" creationId="{00000000-0000-0000-0000-000000000000}"/>
          </ac:spMkLst>
        </pc:spChg>
        <pc:spChg chg="mod">
          <ac:chgData name="Shah, Khiloni" userId="8f31dae4-2772-4bd5-9bcb-e896dfae853f" providerId="ADAL" clId="{6B1EFC17-6834-4DFD-9580-33207790A817}" dt="2022-09-12T13:50:07.218" v="1637" actId="20577"/>
          <ac:spMkLst>
            <pc:docMk/>
            <pc:sldMk cId="2989608806" sldId="649"/>
            <ac:spMk id="73731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54:54.243" v="1847" actId="12"/>
        <pc:sldMkLst>
          <pc:docMk/>
          <pc:sldMk cId="1968503098" sldId="650"/>
        </pc:sldMkLst>
        <pc:spChg chg="mod">
          <ac:chgData name="Shah, Khiloni" userId="8f31dae4-2772-4bd5-9bcb-e896dfae853f" providerId="ADAL" clId="{6B1EFC17-6834-4DFD-9580-33207790A817}" dt="2022-09-12T13:54:54.243" v="1847" actId="12"/>
          <ac:spMkLst>
            <pc:docMk/>
            <pc:sldMk cId="1968503098" sldId="650"/>
            <ac:spMk id="74754" creationId="{00000000-0000-0000-0000-000000000000}"/>
          </ac:spMkLst>
        </pc:spChg>
        <pc:spChg chg="mod">
          <ac:chgData name="Shah, Khiloni" userId="8f31dae4-2772-4bd5-9bcb-e896dfae853f" providerId="ADAL" clId="{6B1EFC17-6834-4DFD-9580-33207790A817}" dt="2022-09-12T13:54:00.211" v="1796" actId="20577"/>
          <ac:spMkLst>
            <pc:docMk/>
            <pc:sldMk cId="1968503098" sldId="650"/>
            <ac:spMk id="74755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32:37.667" v="1192" actId="12"/>
        <pc:sldMkLst>
          <pc:docMk/>
          <pc:sldMk cId="1627662033" sldId="653"/>
        </pc:sldMkLst>
        <pc:spChg chg="mod">
          <ac:chgData name="Shah, Khiloni" userId="8f31dae4-2772-4bd5-9bcb-e896dfae853f" providerId="ADAL" clId="{6B1EFC17-6834-4DFD-9580-33207790A817}" dt="2022-09-12T13:32:37.667" v="1192" actId="12"/>
          <ac:spMkLst>
            <pc:docMk/>
            <pc:sldMk cId="1627662033" sldId="653"/>
            <ac:spMk id="22531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34:03.524" v="1206" actId="5793"/>
        <pc:sldMkLst>
          <pc:docMk/>
          <pc:sldMk cId="3233181313" sldId="655"/>
        </pc:sldMkLst>
        <pc:spChg chg="mod">
          <ac:chgData name="Shah, Khiloni" userId="8f31dae4-2772-4bd5-9bcb-e896dfae853f" providerId="ADAL" clId="{6B1EFC17-6834-4DFD-9580-33207790A817}" dt="2022-09-12T13:34:03.524" v="1206" actId="5793"/>
          <ac:spMkLst>
            <pc:docMk/>
            <pc:sldMk cId="3233181313" sldId="655"/>
            <ac:spMk id="24579" creationId="{00000000-0000-0000-0000-000000000000}"/>
          </ac:spMkLst>
        </pc:spChg>
      </pc:sldChg>
      <pc:sldChg chg="addSp delSp modSp mod modTransition delAnim modAnim">
        <pc:chgData name="Shah, Khiloni" userId="8f31dae4-2772-4bd5-9bcb-e896dfae853f" providerId="ADAL" clId="{6B1EFC17-6834-4DFD-9580-33207790A817}" dt="2022-09-09T20:41:42.170" v="584"/>
        <pc:sldMkLst>
          <pc:docMk/>
          <pc:sldMk cId="1803419281" sldId="656"/>
        </pc:sldMkLst>
        <pc:spChg chg="add mod">
          <ac:chgData name="Shah, Khiloni" userId="8f31dae4-2772-4bd5-9bcb-e896dfae853f" providerId="ADAL" clId="{6B1EFC17-6834-4DFD-9580-33207790A817}" dt="2022-09-09T20:30:19.936" v="378" actId="688"/>
          <ac:spMkLst>
            <pc:docMk/>
            <pc:sldMk cId="1803419281" sldId="656"/>
            <ac:spMk id="2" creationId="{02991FD3-8F57-6D03-CAB0-411836E4A929}"/>
          </ac:spMkLst>
        </pc:spChg>
        <pc:spChg chg="add del">
          <ac:chgData name="Shah, Khiloni" userId="8f31dae4-2772-4bd5-9bcb-e896dfae853f" providerId="ADAL" clId="{6B1EFC17-6834-4DFD-9580-33207790A817}" dt="2022-09-09T20:31:54.609" v="387" actId="34122"/>
          <ac:spMkLst>
            <pc:docMk/>
            <pc:sldMk cId="1803419281" sldId="656"/>
            <ac:spMk id="18" creationId="{0A8966AD-E6EB-4369-92F2-AF833C0DDE17}"/>
          </ac:spMkLst>
        </pc:spChg>
        <pc:picChg chg="mod">
          <ac:chgData name="Shah, Khiloni" userId="8f31dae4-2772-4bd5-9bcb-e896dfae853f" providerId="ADAL" clId="{6B1EFC17-6834-4DFD-9580-33207790A817}" dt="2022-09-09T20:31:54.058" v="386" actId="1076"/>
          <ac:picMkLst>
            <pc:docMk/>
            <pc:sldMk cId="1803419281" sldId="656"/>
            <ac:picMk id="4" creationId="{8AF04D85-67CB-9549-F621-8D2B6F0DE24B}"/>
          </ac:picMkLst>
        </pc:picChg>
        <pc:inkChg chg="add del">
          <ac:chgData name="Shah, Khiloni" userId="8f31dae4-2772-4bd5-9bcb-e896dfae853f" providerId="ADAL" clId="{6B1EFC17-6834-4DFD-9580-33207790A817}" dt="2022-09-09T20:40:02.889" v="575" actId="478"/>
          <ac:inkMkLst>
            <pc:docMk/>
            <pc:sldMk cId="1803419281" sldId="656"/>
            <ac:inkMk id="3" creationId="{6C137B74-9B64-FDEE-A2D1-48A883C195E2}"/>
          </ac:inkMkLst>
        </pc:inkChg>
        <pc:inkChg chg="add">
          <ac:chgData name="Shah, Khiloni" userId="8f31dae4-2772-4bd5-9bcb-e896dfae853f" providerId="ADAL" clId="{6B1EFC17-6834-4DFD-9580-33207790A817}" dt="2022-09-09T20:31:36.201" v="383" actId="9405"/>
          <ac:inkMkLst>
            <pc:docMk/>
            <pc:sldMk cId="1803419281" sldId="656"/>
            <ac:inkMk id="5" creationId="{A8FB19AE-D9EC-46EA-AA7B-1F52AA111358}"/>
          </ac:inkMkLst>
        </pc:inkChg>
        <pc:inkChg chg="add del">
          <ac:chgData name="Shah, Khiloni" userId="8f31dae4-2772-4bd5-9bcb-e896dfae853f" providerId="ADAL" clId="{6B1EFC17-6834-4DFD-9580-33207790A817}" dt="2022-09-09T20:32:02.198" v="389" actId="9405"/>
          <ac:inkMkLst>
            <pc:docMk/>
            <pc:sldMk cId="1803419281" sldId="656"/>
            <ac:inkMk id="6" creationId="{7B36F342-59FB-3948-70E3-D0E8E74EEE42}"/>
          </ac:inkMkLst>
        </pc:inkChg>
      </pc:sldChg>
      <pc:sldChg chg="addSp delSp modSp mod ord modAnim">
        <pc:chgData name="Shah, Khiloni" userId="8f31dae4-2772-4bd5-9bcb-e896dfae853f" providerId="ADAL" clId="{6B1EFC17-6834-4DFD-9580-33207790A817}" dt="2022-09-12T13:13:31.248" v="806" actId="122"/>
        <pc:sldMkLst>
          <pc:docMk/>
          <pc:sldMk cId="3538695023" sldId="657"/>
        </pc:sldMkLst>
        <pc:spChg chg="add mod">
          <ac:chgData name="Shah, Khiloni" userId="8f31dae4-2772-4bd5-9bcb-e896dfae853f" providerId="ADAL" clId="{6B1EFC17-6834-4DFD-9580-33207790A817}" dt="2022-09-12T13:12:58.629" v="798" actId="1076"/>
          <ac:spMkLst>
            <pc:docMk/>
            <pc:sldMk cId="3538695023" sldId="657"/>
            <ac:spMk id="3" creationId="{C980E08D-BC1F-0193-423B-4677090301A5}"/>
          </ac:spMkLst>
        </pc:spChg>
        <pc:spChg chg="add mod">
          <ac:chgData name="Shah, Khiloni" userId="8f31dae4-2772-4bd5-9bcb-e896dfae853f" providerId="ADAL" clId="{6B1EFC17-6834-4DFD-9580-33207790A817}" dt="2022-09-12T13:13:31.248" v="806" actId="122"/>
          <ac:spMkLst>
            <pc:docMk/>
            <pc:sldMk cId="3538695023" sldId="657"/>
            <ac:spMk id="5" creationId="{57DE6E65-7F7F-74C4-92AC-6FE74005344C}"/>
          </ac:spMkLst>
        </pc:spChg>
        <pc:spChg chg="add mod">
          <ac:chgData name="Shah, Khiloni" userId="8f31dae4-2772-4bd5-9bcb-e896dfae853f" providerId="ADAL" clId="{6B1EFC17-6834-4DFD-9580-33207790A817}" dt="2022-09-09T20:36:49.113" v="497" actId="1076"/>
          <ac:spMkLst>
            <pc:docMk/>
            <pc:sldMk cId="3538695023" sldId="657"/>
            <ac:spMk id="7" creationId="{309A29CD-F9E8-C508-243E-33490A8778C6}"/>
          </ac:spMkLst>
        </pc:spChg>
        <pc:spChg chg="mod">
          <ac:chgData name="Shah, Khiloni" userId="8f31dae4-2772-4bd5-9bcb-e896dfae853f" providerId="ADAL" clId="{6B1EFC17-6834-4DFD-9580-33207790A817}" dt="2022-09-09T20:36:43.202" v="495" actId="1076"/>
          <ac:spMkLst>
            <pc:docMk/>
            <pc:sldMk cId="3538695023" sldId="657"/>
            <ac:spMk id="26627" creationId="{00000000-0000-0000-0000-000000000000}"/>
          </ac:spMkLst>
        </pc:spChg>
        <pc:picChg chg="mod">
          <ac:chgData name="Shah, Khiloni" userId="8f31dae4-2772-4bd5-9bcb-e896dfae853f" providerId="ADAL" clId="{6B1EFC17-6834-4DFD-9580-33207790A817}" dt="2022-09-09T20:36:46.403" v="496" actId="1076"/>
          <ac:picMkLst>
            <pc:docMk/>
            <pc:sldMk cId="3538695023" sldId="657"/>
            <ac:picMk id="26630" creationId="{00000000-0000-0000-0000-000000000000}"/>
          </ac:picMkLst>
        </pc:picChg>
        <pc:picChg chg="del">
          <ac:chgData name="Shah, Khiloni" userId="8f31dae4-2772-4bd5-9bcb-e896dfae853f" providerId="ADAL" clId="{6B1EFC17-6834-4DFD-9580-33207790A817}" dt="2022-09-09T20:34:14.811" v="440" actId="21"/>
          <ac:picMkLst>
            <pc:docMk/>
            <pc:sldMk cId="3538695023" sldId="657"/>
            <ac:picMk id="26632" creationId="{00000000-0000-0000-0000-000000000000}"/>
          </ac:picMkLst>
        </pc:picChg>
      </pc:sldChg>
      <pc:sldChg chg="modSp mod">
        <pc:chgData name="Shah, Khiloni" userId="8f31dae4-2772-4bd5-9bcb-e896dfae853f" providerId="ADAL" clId="{6B1EFC17-6834-4DFD-9580-33207790A817}" dt="2022-09-12T13:32:48.713" v="1194" actId="12"/>
        <pc:sldMkLst>
          <pc:docMk/>
          <pc:sldMk cId="1044112335" sldId="661"/>
        </pc:sldMkLst>
        <pc:spChg chg="mod">
          <ac:chgData name="Shah, Khiloni" userId="8f31dae4-2772-4bd5-9bcb-e896dfae853f" providerId="ADAL" clId="{6B1EFC17-6834-4DFD-9580-33207790A817}" dt="2022-09-12T13:32:48.713" v="1194" actId="12"/>
          <ac:spMkLst>
            <pc:docMk/>
            <pc:sldMk cId="1044112335" sldId="661"/>
            <ac:spMk id="57347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33:03.682" v="1200" actId="5793"/>
        <pc:sldMkLst>
          <pc:docMk/>
          <pc:sldMk cId="1843629466" sldId="662"/>
        </pc:sldMkLst>
        <pc:spChg chg="mod">
          <ac:chgData name="Shah, Khiloni" userId="8f31dae4-2772-4bd5-9bcb-e896dfae853f" providerId="ADAL" clId="{6B1EFC17-6834-4DFD-9580-33207790A817}" dt="2022-09-12T13:33:03.682" v="1200" actId="5793"/>
          <ac:spMkLst>
            <pc:docMk/>
            <pc:sldMk cId="1843629466" sldId="662"/>
            <ac:spMk id="58370" creationId="{00000000-0000-0000-0000-000000000000}"/>
          </ac:spMkLst>
        </pc:spChg>
      </pc:sldChg>
      <pc:sldChg chg="modSp mod">
        <pc:chgData name="Shah, Khiloni" userId="8f31dae4-2772-4bd5-9bcb-e896dfae853f" providerId="ADAL" clId="{6B1EFC17-6834-4DFD-9580-33207790A817}" dt="2022-09-12T13:33:23.605" v="1201" actId="5793"/>
        <pc:sldMkLst>
          <pc:docMk/>
          <pc:sldMk cId="457706204" sldId="663"/>
        </pc:sldMkLst>
        <pc:spChg chg="mod">
          <ac:chgData name="Shah, Khiloni" userId="8f31dae4-2772-4bd5-9bcb-e896dfae853f" providerId="ADAL" clId="{6B1EFC17-6834-4DFD-9580-33207790A817}" dt="2022-09-12T13:33:23.605" v="1201" actId="5793"/>
          <ac:spMkLst>
            <pc:docMk/>
            <pc:sldMk cId="457706204" sldId="663"/>
            <ac:spMk id="59394" creationId="{00000000-0000-0000-0000-000000000000}"/>
          </ac:spMkLst>
        </pc:spChg>
      </pc:sldChg>
      <pc:sldChg chg="addSp delSp modSp mod modAnim">
        <pc:chgData name="Shah, Khiloni" userId="8f31dae4-2772-4bd5-9bcb-e896dfae853f" providerId="ADAL" clId="{6B1EFC17-6834-4DFD-9580-33207790A817}" dt="2022-09-12T14:32:08.250" v="1883"/>
        <pc:sldMkLst>
          <pc:docMk/>
          <pc:sldMk cId="3698571439" sldId="664"/>
        </pc:sldMkLst>
        <pc:spChg chg="add mod">
          <ac:chgData name="Shah, Khiloni" userId="8f31dae4-2772-4bd5-9bcb-e896dfae853f" providerId="ADAL" clId="{6B1EFC17-6834-4DFD-9580-33207790A817}" dt="2022-09-09T20:28:47.122" v="358" actId="1076"/>
          <ac:spMkLst>
            <pc:docMk/>
            <pc:sldMk cId="3698571439" sldId="664"/>
            <ac:spMk id="2" creationId="{EE4D9664-F9DF-3D19-2F94-2A09DD19D0AB}"/>
          </ac:spMkLst>
        </pc:spChg>
        <pc:spChg chg="add mod">
          <ac:chgData name="Shah, Khiloni" userId="8f31dae4-2772-4bd5-9bcb-e896dfae853f" providerId="ADAL" clId="{6B1EFC17-6834-4DFD-9580-33207790A817}" dt="2022-09-09T20:28:54.023" v="360" actId="1076"/>
          <ac:spMkLst>
            <pc:docMk/>
            <pc:sldMk cId="3698571439" sldId="664"/>
            <ac:spMk id="4" creationId="{8225561B-841E-B3E9-35EB-CA007A13E6C5}"/>
          </ac:spMkLst>
        </pc:spChg>
        <pc:spChg chg="add mod">
          <ac:chgData name="Shah, Khiloni" userId="8f31dae4-2772-4bd5-9bcb-e896dfae853f" providerId="ADAL" clId="{6B1EFC17-6834-4DFD-9580-33207790A817}" dt="2022-09-09T20:28:59.752" v="362" actId="1076"/>
          <ac:spMkLst>
            <pc:docMk/>
            <pc:sldMk cId="3698571439" sldId="664"/>
            <ac:spMk id="6" creationId="{4B52AC3E-2C59-5A3B-6876-D346F0F271D3}"/>
          </ac:spMkLst>
        </pc:spChg>
        <pc:spChg chg="mod">
          <ac:chgData name="Shah, Khiloni" userId="8f31dae4-2772-4bd5-9bcb-e896dfae853f" providerId="ADAL" clId="{6B1EFC17-6834-4DFD-9580-33207790A817}" dt="2022-09-12T13:33:39.590" v="1202" actId="5793"/>
          <ac:spMkLst>
            <pc:docMk/>
            <pc:sldMk cId="3698571439" sldId="664"/>
            <ac:spMk id="60420" creationId="{00000000-0000-0000-0000-000000000000}"/>
          </ac:spMkLst>
        </pc:spChg>
        <pc:graphicFrameChg chg="del mod">
          <ac:chgData name="Shah, Khiloni" userId="8f31dae4-2772-4bd5-9bcb-e896dfae853f" providerId="ADAL" clId="{6B1EFC17-6834-4DFD-9580-33207790A817}" dt="2022-09-09T20:28:17.132" v="354" actId="478"/>
          <ac:graphicFrameMkLst>
            <pc:docMk/>
            <pc:sldMk cId="3698571439" sldId="664"/>
            <ac:graphicFrameMk id="60418" creationId="{00000000-0000-0000-0000-000000000000}"/>
          </ac:graphicFrameMkLst>
        </pc:graphicFrameChg>
      </pc:sldChg>
      <pc:sldChg chg="addSp delSp modSp new mod ord modAnim">
        <pc:chgData name="Shah, Khiloni" userId="8f31dae4-2772-4bd5-9bcb-e896dfae853f" providerId="ADAL" clId="{6B1EFC17-6834-4DFD-9580-33207790A817}" dt="2022-09-12T14:32:49.701" v="1887"/>
        <pc:sldMkLst>
          <pc:docMk/>
          <pc:sldMk cId="3244473571" sldId="712"/>
        </pc:sldMkLst>
        <pc:spChg chg="mod">
          <ac:chgData name="Shah, Khiloni" userId="8f31dae4-2772-4bd5-9bcb-e896dfae853f" providerId="ADAL" clId="{6B1EFC17-6834-4DFD-9580-33207790A817}" dt="2022-09-09T20:37:28.049" v="526" actId="122"/>
          <ac:spMkLst>
            <pc:docMk/>
            <pc:sldMk cId="3244473571" sldId="712"/>
            <ac:spMk id="2" creationId="{196306A7-89AE-DCE5-621B-7777F8ADF360}"/>
          </ac:spMkLst>
        </pc:spChg>
        <pc:spChg chg="mod">
          <ac:chgData name="Shah, Khiloni" userId="8f31dae4-2772-4bd5-9bcb-e896dfae853f" providerId="ADAL" clId="{6B1EFC17-6834-4DFD-9580-33207790A817}" dt="2022-09-12T14:32:37.088" v="1884" actId="5793"/>
          <ac:spMkLst>
            <pc:docMk/>
            <pc:sldMk cId="3244473571" sldId="712"/>
            <ac:spMk id="3" creationId="{A2E123CE-7432-E569-55B6-03290BD748D5}"/>
          </ac:spMkLst>
        </pc:spChg>
        <pc:spChg chg="add mod">
          <ac:chgData name="Shah, Khiloni" userId="8f31dae4-2772-4bd5-9bcb-e896dfae853f" providerId="ADAL" clId="{6B1EFC17-6834-4DFD-9580-33207790A817}" dt="2022-09-09T20:39:27.660" v="567" actId="1076"/>
          <ac:spMkLst>
            <pc:docMk/>
            <pc:sldMk cId="3244473571" sldId="712"/>
            <ac:spMk id="6" creationId="{BFEF9931-59D8-B502-4AB1-1C406F7303B5}"/>
          </ac:spMkLst>
        </pc:spChg>
        <pc:spChg chg="add mod">
          <ac:chgData name="Shah, Khiloni" userId="8f31dae4-2772-4bd5-9bcb-e896dfae853f" providerId="ADAL" clId="{6B1EFC17-6834-4DFD-9580-33207790A817}" dt="2022-09-09T20:39:29.762" v="568" actId="1076"/>
          <ac:spMkLst>
            <pc:docMk/>
            <pc:sldMk cId="3244473571" sldId="712"/>
            <ac:spMk id="8" creationId="{6786D863-FDBD-ED0D-F085-F4D63FE68876}"/>
          </ac:spMkLst>
        </pc:spChg>
        <pc:picChg chg="add del mod">
          <ac:chgData name="Shah, Khiloni" userId="8f31dae4-2772-4bd5-9bcb-e896dfae853f" providerId="ADAL" clId="{6B1EFC17-6834-4DFD-9580-33207790A817}" dt="2022-09-09T20:39:24.411" v="566" actId="478"/>
          <ac:picMkLst>
            <pc:docMk/>
            <pc:sldMk cId="3244473571" sldId="712"/>
            <ac:picMk id="4" creationId="{DD7B5166-3B8D-54BF-31AA-5D7946650F18}"/>
          </ac:picMkLst>
        </pc:picChg>
      </pc:sldChg>
      <pc:sldChg chg="addSp delSp modSp add mod delAnim">
        <pc:chgData name="Shah, Khiloni" userId="8f31dae4-2772-4bd5-9bcb-e896dfae853f" providerId="ADAL" clId="{6B1EFC17-6834-4DFD-9580-33207790A817}" dt="2022-09-12T13:39:15.137" v="1334" actId="1076"/>
        <pc:sldMkLst>
          <pc:docMk/>
          <pc:sldMk cId="786691095" sldId="713"/>
        </pc:sldMkLst>
        <pc:spChg chg="add mod">
          <ac:chgData name="Shah, Khiloni" userId="8f31dae4-2772-4bd5-9bcb-e896dfae853f" providerId="ADAL" clId="{6B1EFC17-6834-4DFD-9580-33207790A817}" dt="2022-09-12T13:39:05.458" v="1333" actId="20577"/>
          <ac:spMkLst>
            <pc:docMk/>
            <pc:sldMk cId="786691095" sldId="713"/>
            <ac:spMk id="3" creationId="{409BFF7C-6D2D-C748-164C-7B2464F3BED7}"/>
          </ac:spMkLst>
        </pc:spChg>
        <pc:spChg chg="del">
          <ac:chgData name="Shah, Khiloni" userId="8f31dae4-2772-4bd5-9bcb-e896dfae853f" providerId="ADAL" clId="{6B1EFC17-6834-4DFD-9580-33207790A817}" dt="2022-09-12T13:38:06.665" v="1219" actId="478"/>
          <ac:spMkLst>
            <pc:docMk/>
            <pc:sldMk cId="786691095" sldId="713"/>
            <ac:spMk id="66562" creationId="{00000000-0000-0000-0000-000000000000}"/>
          </ac:spMkLst>
        </pc:spChg>
        <pc:spChg chg="del mod">
          <ac:chgData name="Shah, Khiloni" userId="8f31dae4-2772-4bd5-9bcb-e896dfae853f" providerId="ADAL" clId="{6B1EFC17-6834-4DFD-9580-33207790A817}" dt="2022-09-12T13:38:48.683" v="1323" actId="478"/>
          <ac:spMkLst>
            <pc:docMk/>
            <pc:sldMk cId="786691095" sldId="713"/>
            <ac:spMk id="66564" creationId="{00000000-0000-0000-0000-000000000000}"/>
          </ac:spMkLst>
        </pc:spChg>
        <pc:graphicFrameChg chg="del">
          <ac:chgData name="Shah, Khiloni" userId="8f31dae4-2772-4bd5-9bcb-e896dfae853f" providerId="ADAL" clId="{6B1EFC17-6834-4DFD-9580-33207790A817}" dt="2022-09-12T13:38:04.835" v="1218" actId="478"/>
          <ac:graphicFrameMkLst>
            <pc:docMk/>
            <pc:sldMk cId="786691095" sldId="713"/>
            <ac:graphicFrameMk id="66563" creationId="{00000000-0000-0000-0000-000000000000}"/>
          </ac:graphicFrameMkLst>
        </pc:graphicFrameChg>
        <pc:graphicFrameChg chg="mod">
          <ac:chgData name="Shah, Khiloni" userId="8f31dae4-2772-4bd5-9bcb-e896dfae853f" providerId="ADAL" clId="{6B1EFC17-6834-4DFD-9580-33207790A817}" dt="2022-09-12T13:39:15.137" v="1334" actId="1076"/>
          <ac:graphicFrameMkLst>
            <pc:docMk/>
            <pc:sldMk cId="786691095" sldId="713"/>
            <ac:graphicFrameMk id="66565" creationId="{00000000-0000-0000-0000-000000000000}"/>
          </ac:graphicFrameMkLst>
        </pc:graphicFrameChg>
      </pc:sldChg>
      <pc:sldChg chg="new del">
        <pc:chgData name="Shah, Khiloni" userId="8f31dae4-2772-4bd5-9bcb-e896dfae853f" providerId="ADAL" clId="{6B1EFC17-6834-4DFD-9580-33207790A817}" dt="2022-09-12T13:37:52.765" v="1216" actId="680"/>
        <pc:sldMkLst>
          <pc:docMk/>
          <pc:sldMk cId="1624271596" sldId="713"/>
        </pc:sldMkLst>
      </pc:sldChg>
      <pc:sldChg chg="addSp delSp modSp add mod ord modAnim">
        <pc:chgData name="Shah, Khiloni" userId="8f31dae4-2772-4bd5-9bcb-e896dfae853f" providerId="ADAL" clId="{6B1EFC17-6834-4DFD-9580-33207790A817}" dt="2022-09-12T14:34:35.236" v="1893"/>
        <pc:sldMkLst>
          <pc:docMk/>
          <pc:sldMk cId="2359162251" sldId="714"/>
        </pc:sldMkLst>
        <pc:spChg chg="add mod">
          <ac:chgData name="Shah, Khiloni" userId="8f31dae4-2772-4bd5-9bcb-e896dfae853f" providerId="ADAL" clId="{6B1EFC17-6834-4DFD-9580-33207790A817}" dt="2022-09-12T13:47:27.120" v="1549" actId="20577"/>
          <ac:spMkLst>
            <pc:docMk/>
            <pc:sldMk cId="2359162251" sldId="714"/>
            <ac:spMk id="3" creationId="{24422B69-49BE-63C7-0F3A-E0CCE02A3904}"/>
          </ac:spMkLst>
        </pc:spChg>
        <pc:spChg chg="mod">
          <ac:chgData name="Shah, Khiloni" userId="8f31dae4-2772-4bd5-9bcb-e896dfae853f" providerId="ADAL" clId="{6B1EFC17-6834-4DFD-9580-33207790A817}" dt="2022-09-12T13:46:27.377" v="1524" actId="14100"/>
          <ac:spMkLst>
            <pc:docMk/>
            <pc:sldMk cId="2359162251" sldId="714"/>
            <ac:spMk id="72706" creationId="{00000000-0000-0000-0000-000000000000}"/>
          </ac:spMkLst>
        </pc:spChg>
        <pc:spChg chg="mod">
          <ac:chgData name="Shah, Khiloni" userId="8f31dae4-2772-4bd5-9bcb-e896dfae853f" providerId="ADAL" clId="{6B1EFC17-6834-4DFD-9580-33207790A817}" dt="2022-09-12T13:45:52.877" v="1453" actId="14100"/>
          <ac:spMkLst>
            <pc:docMk/>
            <pc:sldMk cId="2359162251" sldId="714"/>
            <ac:spMk id="72707" creationId="{00000000-0000-0000-0000-000000000000}"/>
          </ac:spMkLst>
        </pc:spChg>
        <pc:spChg chg="del">
          <ac:chgData name="Shah, Khiloni" userId="8f31dae4-2772-4bd5-9bcb-e896dfae853f" providerId="ADAL" clId="{6B1EFC17-6834-4DFD-9580-33207790A817}" dt="2022-09-12T13:45:00.222" v="1432" actId="478"/>
          <ac:spMkLst>
            <pc:docMk/>
            <pc:sldMk cId="2359162251" sldId="714"/>
            <ac:spMk id="72708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9T20:31:36.2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0,'85'0,"112"15,-106-8,-62-6,54 8,-40-3,1-2,0-2,55-4,-15 0,-65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anose="020B0604020202020204" pitchFamily="34" charset="0"/>
                <a:cs typeface="ヒラギノ角ゴ Pro W3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anose="020B0604020202020204" pitchFamily="34" charset="0"/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 smtClean="0"/>
              <a:pPr>
                <a:defRPr/>
              </a:pPr>
              <a:t>9/15/2024</a:t>
            </a:fld>
            <a:endParaRPr lang="en-US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anose="020B0604020202020204" pitchFamily="34" charset="0"/>
                <a:cs typeface="ヒラギノ角ゴ Pro W3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anose="020B0604020202020204" pitchFamily="34" charset="0"/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99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972F0-6237-4F54-B93B-809754E140DB}" type="slidenum">
              <a:rPr lang="en-US" altLang="en-US" smtClean="0"/>
              <a:pPr/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7757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0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4470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4470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478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1650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9028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9028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836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200150"/>
            <a:ext cx="3810000" cy="33980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76800" y="1200150"/>
            <a:ext cx="3810000" cy="3398044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B4E640-68A5-4D35-B0DE-C8B7A79787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2804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109E5-C299-44E2-9EBA-312A39051B3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225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5750"/>
            <a:ext cx="7772400" cy="571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062038" y="1028700"/>
            <a:ext cx="3808412" cy="36576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2851" y="1028700"/>
            <a:ext cx="3808413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48006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48006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10400" y="48006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A9CF7096-BC26-4DCC-A685-B8E7D85A41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16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  <a:cs typeface="Arial" panose="020B0604020202020204" pitchFamily="34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Position/Role,</a:t>
            </a:r>
            <a:r>
              <a:rPr lang="en-US" sz="1050" baseline="0" dirty="0">
                <a:latin typeface="Arial" panose="020B0604020202020204" pitchFamily="34" charset="0"/>
                <a:cs typeface="Arial" panose="020B0604020202020204" pitchFamily="34" charset="0"/>
              </a:rPr>
              <a:t> The University of Texas at Austin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  <a:cs typeface="Arial" panose="020B0604020202020204" pitchFamily="34" charset="0"/>
              </a:rPr>
              <a:t>Month 20xx</a:t>
            </a:r>
            <a:endParaRPr lang="en-US" sz="1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6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  <p:sldLayoutId id="2147483680" r:id="rId7"/>
    <p:sldLayoutId id="2147483683" r:id="rId8"/>
    <p:sldLayoutId id="2147483684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4.xml"/><Relationship Id="rId1" Type="http://schemas.openxmlformats.org/officeDocument/2006/relationships/control" Target="../activeX/activeX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/>
          <p:cNvSpPr txBox="1">
            <a:spLocks/>
          </p:cNvSpPr>
          <p:nvPr/>
        </p:nvSpPr>
        <p:spPr>
          <a:xfrm>
            <a:off x="381000" y="20955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sz="1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76200" y="285750"/>
            <a:ext cx="7946004" cy="19050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/>
              <a:t>Interactions of radiation with Matter: Photons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CDC028-4E7E-D20B-0311-844274335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419350"/>
            <a:ext cx="2903974" cy="20095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D212EB-9EF1-7937-4EDE-7370796762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403597"/>
            <a:ext cx="3733800" cy="210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3164" y="209550"/>
            <a:ext cx="6137672" cy="788194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Gamma and X-Ray Interactions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207764" y="959644"/>
            <a:ext cx="8763000" cy="4248150"/>
          </a:xfrm>
        </p:spPr>
        <p:txBody>
          <a:bodyPr>
            <a:noAutofit/>
          </a:bodyPr>
          <a:lstStyle/>
          <a:p>
            <a:pPr marL="0" indent="0">
              <a:buClr>
                <a:schemeClr val="tx1"/>
              </a:buClr>
              <a:buNone/>
              <a:defRPr/>
            </a:pPr>
            <a:r>
              <a:rPr lang="en-US" sz="2000" b="1" dirty="0"/>
              <a:t>Gammas and x-rays differ only in their origin.</a:t>
            </a:r>
          </a:p>
          <a:p>
            <a:pPr marL="0" indent="0">
              <a:buClr>
                <a:schemeClr val="tx1"/>
              </a:buClr>
              <a:buNone/>
              <a:defRPr/>
            </a:pPr>
            <a:r>
              <a:rPr lang="en-US" sz="2000" dirty="0"/>
              <a:t>Both are:</a:t>
            </a:r>
          </a:p>
          <a:p>
            <a:pPr marL="603504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electromagnetic waves</a:t>
            </a:r>
          </a:p>
          <a:p>
            <a:pPr marL="603504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0 rest mass </a:t>
            </a:r>
          </a:p>
          <a:p>
            <a:pPr marL="603504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no net electrical charge</a:t>
            </a:r>
          </a:p>
          <a:p>
            <a:pPr marL="603504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travel at c (speed of light)</a:t>
            </a:r>
          </a:p>
          <a:p>
            <a:pPr marL="260604" lvl="1" indent="0">
              <a:buClr>
                <a:schemeClr val="tx1"/>
              </a:buClr>
              <a:buNone/>
              <a:defRPr/>
            </a:pPr>
            <a:endParaRPr lang="en-US" sz="20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Differ from radio and visible light only because they have much shorter </a:t>
            </a:r>
            <a:r>
              <a:rPr lang="en-US" sz="2000" dirty="0">
                <a:cs typeface="Times New Roman" charset="0"/>
              </a:rPr>
              <a:t>λ.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cs typeface="Times New Roman" charset="0"/>
              </a:rPr>
              <a:t>The difference in name is to indicate their origin:</a:t>
            </a:r>
          </a:p>
          <a:p>
            <a:pPr marL="603504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Gamma-rays originate in the nucleus</a:t>
            </a:r>
          </a:p>
          <a:p>
            <a:pPr marL="603504" lvl="1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X-rays originate in the electron cloud</a:t>
            </a:r>
          </a:p>
          <a:p>
            <a:pPr marL="198882" indent="-198882">
              <a:buClr>
                <a:schemeClr val="tx1"/>
              </a:buClr>
              <a:buFont typeface="Wingdings" panose="05000000000000000000" pitchFamily="2" charset="2"/>
              <a:buChar char="l"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8063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26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6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26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26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6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26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85750"/>
            <a:ext cx="61376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Major Gamma Interactions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47750"/>
            <a:ext cx="7543800" cy="3810000"/>
          </a:xfrm>
        </p:spPr>
        <p:txBody>
          <a:bodyPr>
            <a:noAutofit/>
          </a:bodyPr>
          <a:lstStyle/>
          <a:p>
            <a:pPr marL="0" indent="0" eaLnBrk="1" hangingPunct="1">
              <a:buClrTx/>
              <a:buNone/>
            </a:pPr>
            <a:r>
              <a:rPr lang="en-US" altLang="en-US" sz="2400" dirty="0"/>
              <a:t>Three major mechanisms and one minor mechanism in which gamma rays interact with matter</a:t>
            </a:r>
          </a:p>
          <a:p>
            <a:pPr eaLnBrk="1" hangingPunct="1">
              <a:buClrTx/>
              <a:buFont typeface="Wingdings" panose="05000000000000000000" pitchFamily="2" charset="2"/>
              <a:buChar char="l"/>
            </a:pPr>
            <a:endParaRPr lang="en-US" altLang="en-US" sz="2400" dirty="0"/>
          </a:p>
          <a:p>
            <a:pPr lvl="1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Photoelectric effect</a:t>
            </a:r>
          </a:p>
          <a:p>
            <a:pPr lvl="1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Compton scattering</a:t>
            </a:r>
          </a:p>
          <a:p>
            <a:pPr lvl="1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Pair Production/Annihilation</a:t>
            </a:r>
          </a:p>
          <a:p>
            <a:pPr marL="457200" lvl="1" indent="0" eaLnBrk="1" hangingPunct="1">
              <a:buClrTx/>
              <a:buNone/>
            </a:pPr>
            <a:endParaRPr lang="en-US" altLang="en-US" sz="2400" dirty="0"/>
          </a:p>
          <a:p>
            <a:pPr lvl="1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Photodisintegration</a:t>
            </a:r>
          </a:p>
        </p:txBody>
      </p:sp>
    </p:spTree>
    <p:extLst>
      <p:ext uri="{BB962C8B-B14F-4D97-AF65-F5344CB8AC3E}">
        <p14:creationId xmlns:p14="http://schemas.microsoft.com/office/powerpoint/2010/main" val="146137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>
          <a:xfrm>
            <a:off x="1447800" y="285750"/>
            <a:ext cx="61376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Photoelectric Effect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85800" y="1088232"/>
            <a:ext cx="4800600" cy="3693318"/>
          </a:xfrm>
        </p:spPr>
        <p:txBody>
          <a:bodyPr>
            <a:normAutofit lnSpcReduction="10000"/>
          </a:bodyPr>
          <a:lstStyle/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Einstein, 1905, as part of his Nobel prize winning paper on the photon theory of light - a prediction which was later verified experimentally in detail</a:t>
            </a:r>
          </a:p>
          <a:p>
            <a:pPr algn="just" eaLnBrk="1" hangingPunct="1">
              <a:buClrTx/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Photon absorbed by atom, goes into excited state and ejects an electron with excess kinetic energy: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CCAC1A-25B8-2C8D-3F80-FA9107E9D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088232"/>
            <a:ext cx="3245587" cy="30026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43E6A3-AD59-BD49-B5A5-515AF4C63ED0}"/>
              </a:ext>
            </a:extLst>
          </p:cNvPr>
          <p:cNvSpPr txBox="1"/>
          <p:nvPr/>
        </p:nvSpPr>
        <p:spPr>
          <a:xfrm>
            <a:off x="4648200" y="429121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http://hyperphysics.phy-astr.gsu.edu/hbase/mod1.html#c2</a:t>
            </a:r>
          </a:p>
        </p:txBody>
      </p:sp>
    </p:spTree>
    <p:extLst>
      <p:ext uri="{BB962C8B-B14F-4D97-AF65-F5344CB8AC3E}">
        <p14:creationId xmlns:p14="http://schemas.microsoft.com/office/powerpoint/2010/main" val="141360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Photoelectric Effect cont’d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168" y="819150"/>
            <a:ext cx="4384431" cy="419100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All-or-none energy loss.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Gamma gives all its energy to an orbital e</a:t>
            </a:r>
            <a:r>
              <a:rPr lang="en-US" sz="2400" baseline="30000" dirty="0"/>
              <a:t>-</a:t>
            </a:r>
            <a:r>
              <a:rPr lang="en-US" sz="2400" dirty="0"/>
              <a:t>.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 gamma vanishes and the e- (photo e-) is ionizing particle and can knock other e- in other atoms from their orbits.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Continues until all its energy is gone.</a:t>
            </a:r>
          </a:p>
        </p:txBody>
      </p:sp>
      <p:pic>
        <p:nvPicPr>
          <p:cNvPr id="32772" name="Picture 4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742950"/>
            <a:ext cx="3365897" cy="3434954"/>
          </a:xfrm>
        </p:spPr>
      </p:pic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4800600" y="3948890"/>
            <a:ext cx="4191000" cy="96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en-US" altLang="en-US" sz="1350" dirty="0">
              <a:latin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is given to orbital e- in KE of  motion, overcomes the binding energy and usually causes the electron to fly out from its orbit with great velocity.  An ion-pair results.</a:t>
            </a:r>
          </a:p>
        </p:txBody>
      </p:sp>
    </p:spTree>
    <p:extLst>
      <p:ext uri="{BB962C8B-B14F-4D97-AF65-F5344CB8AC3E}">
        <p14:creationId xmlns:p14="http://schemas.microsoft.com/office/powerpoint/2010/main" val="191929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0428" y="171450"/>
            <a:ext cx="61376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rgbClr val="FF0000"/>
                </a:solidFill>
              </a:rPr>
              <a:t>Photoelectric Effect cont’d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42950"/>
            <a:ext cx="9008864" cy="432435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The highest probability for the photoelectric effect occurs when </a:t>
            </a:r>
            <a:r>
              <a:rPr lang="en-US" sz="2400" dirty="0" err="1">
                <a:solidFill>
                  <a:schemeClr val="tx1"/>
                </a:solidFill>
              </a:rPr>
              <a:t>E</a:t>
            </a:r>
            <a:r>
              <a:rPr lang="en-US" sz="2400" baseline="-25000" dirty="0" err="1">
                <a:solidFill>
                  <a:schemeClr val="tx1"/>
                </a:solidFill>
                <a:cs typeface="Times New Roman" charset="0"/>
              </a:rPr>
              <a:t>γ</a:t>
            </a:r>
            <a:r>
              <a:rPr lang="en-US" sz="2400" dirty="0">
                <a:solidFill>
                  <a:schemeClr val="tx1"/>
                </a:solidFill>
                <a:cs typeface="Times New Roman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cs typeface="Times New Roman" charset="0"/>
              </a:rPr>
              <a:t>BE</a:t>
            </a:r>
            <a:r>
              <a:rPr lang="en-US" sz="2400" baseline="-25000" dirty="0" err="1">
                <a:solidFill>
                  <a:schemeClr val="tx1"/>
                </a:solidFill>
                <a:cs typeface="Times New Roman" charset="0"/>
              </a:rPr>
              <a:t>e</a:t>
            </a:r>
            <a:r>
              <a:rPr lang="en-US" sz="2400" dirty="0">
                <a:solidFill>
                  <a:schemeClr val="tx1"/>
                </a:solidFill>
                <a:cs typeface="Times New Roman" charset="0"/>
              </a:rPr>
              <a:t>- 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The tighter an electron is bound to the nucleus, the higher the probability of photoelectric effect, so most photoelectrons are inner-shell electrons.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Primarily an effect of low energy photons with energies near the electron binding energies of materials and high Z materials whose inner-shell electrons have high binding energies.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Photoelectron energy is given by </a:t>
            </a:r>
            <a:r>
              <a:rPr lang="en-US" sz="2400" dirty="0" err="1">
                <a:solidFill>
                  <a:schemeClr val="tx1"/>
                </a:solidFill>
              </a:rPr>
              <a:t>E</a:t>
            </a:r>
            <a:r>
              <a:rPr lang="en-US" sz="2400" baseline="-25000" dirty="0" err="1">
                <a:solidFill>
                  <a:schemeClr val="tx1"/>
                </a:solidFill>
              </a:rPr>
              <a:t>pe</a:t>
            </a:r>
            <a:r>
              <a:rPr lang="en-US" sz="2400" dirty="0">
                <a:solidFill>
                  <a:schemeClr val="tx1"/>
                </a:solidFill>
              </a:rPr>
              <a:t> = hf – </a:t>
            </a:r>
            <a:r>
              <a:rPr lang="en-US" sz="2400" dirty="0">
                <a:solidFill>
                  <a:schemeClr val="tx1"/>
                </a:solidFill>
                <a:cs typeface="Times New Roman" charset="0"/>
              </a:rPr>
              <a:t>Φ  where  (hf = photon energy (Planck’s Constant x Frequency) and Φ is the ionization potential)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01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1950"/>
            <a:ext cx="8229600" cy="85725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0000"/>
                </a:solidFill>
              </a:rPr>
              <a:t>Photoelectric Effect cont’d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4819" name="Content Placeholder 2"/>
          <p:cNvSpPr>
            <a:spLocks noGrp="1"/>
          </p:cNvSpPr>
          <p:nvPr>
            <p:ph sz="half" idx="1"/>
          </p:nvPr>
        </p:nvSpPr>
        <p:spPr>
          <a:xfrm>
            <a:off x="0" y="1200150"/>
            <a:ext cx="4800600" cy="4038600"/>
          </a:xfrm>
        </p:spPr>
        <p:txBody>
          <a:bodyPr>
            <a:normAutofit lnSpcReduction="10000"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PE effect is favored by low energy photons and high atomic numbered absorbers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Cross section varies as Z</a:t>
            </a:r>
            <a:r>
              <a:rPr lang="en-US" altLang="en-US" sz="2400" baseline="30000" dirty="0"/>
              <a:t>4</a:t>
            </a:r>
            <a:r>
              <a:rPr lang="en-US" altLang="en-US" sz="2400" dirty="0"/>
              <a:t>/E</a:t>
            </a:r>
            <a:r>
              <a:rPr lang="en-US" altLang="en-US" sz="2400" baseline="30000" dirty="0"/>
              <a:t>3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en-US" altLang="en-US" sz="2400" baseline="30000" dirty="0"/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So </a:t>
            </a:r>
            <a:r>
              <a:rPr lang="en-US" altLang="en-US" sz="2400" dirty="0" err="1"/>
              <a:t>Pb</a:t>
            </a:r>
            <a:r>
              <a:rPr lang="en-US" altLang="en-US" sz="2400" dirty="0"/>
              <a:t> is an ideal absorber for low energy photons and x-rays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Leaded aprons???</a:t>
            </a:r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16" b="8053"/>
          <a:stretch/>
        </p:blipFill>
        <p:spPr bwMode="auto">
          <a:xfrm>
            <a:off x="5410200" y="1349830"/>
            <a:ext cx="3505200" cy="3126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304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0428" y="228600"/>
            <a:ext cx="61376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Compton Scattering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71550"/>
            <a:ext cx="4267200" cy="4267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Wave interpretation predicts that when electromagnetic radiation is scattered from a charged particle, the scattered radiation will have the same frequency as the incident radiation in all directions</a:t>
            </a:r>
          </a:p>
          <a:p>
            <a:pPr eaLnBrk="1" hangingPunct="1">
              <a:buClrTx/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400" dirty="0"/>
              <a:t>The scattering of electromagnetic radiation from a charged particle is viewed as a perfectly elastic billiard ball</a:t>
            </a: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ED0535-6259-BF5A-CAC9-938AB4124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302" y="1056475"/>
            <a:ext cx="3999898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56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0428" y="228600"/>
            <a:ext cx="61376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Compton Scattering cont’d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31082"/>
            <a:ext cx="7543800" cy="3140869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100" dirty="0"/>
              <a:t>The probability of a Compton interaction increases for loosely bound electrons. </a:t>
            </a:r>
          </a:p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100" dirty="0"/>
              <a:t>So, most Compton electrons are valence electrons. </a:t>
            </a:r>
          </a:p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100" dirty="0"/>
              <a:t>Compton scattering is primarily seen as an effect of medium energy photons.</a:t>
            </a:r>
          </a:p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100" dirty="0"/>
              <a:t>Energy transferred given by equations: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436996"/>
              </p:ext>
            </p:extLst>
          </p:nvPr>
        </p:nvGraphicFramePr>
        <p:xfrm>
          <a:off x="2209800" y="3867150"/>
          <a:ext cx="43815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400" imgH="431800" progId="Equation.3">
                  <p:embed/>
                </p:oleObj>
              </mc:Choice>
              <mc:Fallback>
                <p:oleObj name="Equation" r:id="rId2" imgW="1803400" imgH="431800" progId="Equation.3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867150"/>
                        <a:ext cx="43815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2917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2700" b="1" dirty="0">
                <a:solidFill>
                  <a:srgbClr val="FF0000"/>
                </a:solidFill>
              </a:rPr>
              <a:t>Compton Scattering cont’d</a:t>
            </a:r>
          </a:p>
        </p:txBody>
      </p:sp>
      <p:pic>
        <p:nvPicPr>
          <p:cNvPr id="37891" name="Picture 3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0251" y="857250"/>
            <a:ext cx="4689872" cy="4195763"/>
          </a:xfrm>
        </p:spPr>
      </p:pic>
      <p:sp>
        <p:nvSpPr>
          <p:cNvPr id="37892" name="Text Box 5"/>
          <p:cNvSpPr txBox="1">
            <a:spLocks noChangeArrowheads="1"/>
          </p:cNvSpPr>
          <p:nvPr/>
        </p:nvSpPr>
        <p:spPr bwMode="auto">
          <a:xfrm flipV="1">
            <a:off x="1526382" y="3657600"/>
            <a:ext cx="5596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en-US" altLang="en-US" sz="135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600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Compton Scattering cont’d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1290300"/>
            <a:ext cx="5404338" cy="41148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cs typeface="Times New Roman" panose="02020603050405020304" pitchFamily="18" charset="0"/>
              </a:rPr>
              <a:t>Basically, a </a:t>
            </a:r>
            <a:r>
              <a:rPr lang="en-US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en-US" sz="2200" dirty="0">
                <a:cs typeface="Times New Roman" panose="02020603050405020304" pitchFamily="18" charset="0"/>
              </a:rPr>
              <a:t> scatters from an electron.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en-US" sz="2200" dirty="0">
                <a:cs typeface="Times New Roman" panose="02020603050405020304" pitchFamily="18" charset="0"/>
              </a:rPr>
              <a:t> interacts with orbital e- and only part of the energy is transferred to e-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en-US" sz="2200" dirty="0">
                <a:cs typeface="Times New Roman" panose="02020603050405020304" pitchFamily="18" charset="0"/>
              </a:rPr>
              <a:t> continues on with less E and different direction.</a:t>
            </a:r>
            <a:endParaRPr lang="en-US" altLang="en-US" sz="2200" dirty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cs typeface="Times New Roman" panose="02020603050405020304" pitchFamily="18" charset="0"/>
              </a:rPr>
              <a:t>This “scattered” </a:t>
            </a:r>
            <a:r>
              <a:rPr lang="en-US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en-US" sz="2200" dirty="0">
                <a:cs typeface="Times New Roman" panose="02020603050405020304" pitchFamily="18" charset="0"/>
              </a:rPr>
              <a:t> continues on until it loses more energy in another interaction.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cs typeface="Times New Roman" panose="02020603050405020304" pitchFamily="18" charset="0"/>
              </a:rPr>
              <a:t>Compton e- produces 2ndary ionization like the photoelectron</a:t>
            </a:r>
            <a:endParaRPr lang="en-US" altLang="en-US" sz="2200" dirty="0"/>
          </a:p>
        </p:txBody>
      </p:sp>
      <p:pic>
        <p:nvPicPr>
          <p:cNvPr id="38916" name="ClipArt Placeholder 4" descr="compton2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lum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09138" y="1809750"/>
            <a:ext cx="3328988" cy="2401491"/>
          </a:xfrm>
        </p:spPr>
      </p:pic>
    </p:spTree>
    <p:extLst>
      <p:ext uri="{BB962C8B-B14F-4D97-AF65-F5344CB8AC3E}">
        <p14:creationId xmlns:p14="http://schemas.microsoft.com/office/powerpoint/2010/main" val="1472172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61950"/>
            <a:ext cx="6137672" cy="788194"/>
          </a:xfrm>
        </p:spPr>
        <p:txBody>
          <a:bodyPr/>
          <a:lstStyle/>
          <a:p>
            <a:pPr algn="ctr">
              <a:defRPr/>
            </a:pPr>
            <a:r>
              <a:rPr lang="en-US" sz="2700" b="1" dirty="0">
                <a:solidFill>
                  <a:srgbClr val="FF0000"/>
                </a:solidFill>
              </a:rPr>
              <a:t>Compton Scattering cont’d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7312819" cy="40005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600" dirty="0"/>
              <a:t>To the standard Compton formula for the change in </a:t>
            </a:r>
            <a:r>
              <a:rPr lang="en-US" altLang="en-US" sz="2600" dirty="0">
                <a:cs typeface="Times New Roman" panose="02020603050405020304" pitchFamily="18" charset="0"/>
              </a:rPr>
              <a:t>λ</a:t>
            </a:r>
          </a:p>
          <a:p>
            <a:pPr eaLnBrk="1" hangingPunct="1"/>
            <a:endParaRPr lang="en-US" altLang="en-US" sz="2600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6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r>
              <a:rPr lang="en-US" altLang="en-US" sz="2600" dirty="0"/>
              <a:t>Relation between the scattering angles of the photon and the electron is: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Tx/>
              <a:buNone/>
            </a:pPr>
            <a:endParaRPr lang="en-US" altLang="en-US" sz="1500" dirty="0"/>
          </a:p>
          <a:p>
            <a:pPr eaLnBrk="1" hangingPunct="1">
              <a:buFontTx/>
              <a:buNone/>
            </a:pPr>
            <a:endParaRPr lang="en-US" altLang="en-US" sz="1500" dirty="0"/>
          </a:p>
          <a:p>
            <a:pPr eaLnBrk="1" hangingPunct="1">
              <a:buFontTx/>
              <a:buNone/>
            </a:pPr>
            <a:r>
              <a:rPr lang="en-US" altLang="en-US" sz="1500" dirty="0"/>
              <a:t>Equation shows that the e- can’t be scattered &gt;90</a:t>
            </a:r>
            <a:r>
              <a:rPr lang="en-US" altLang="en-US" sz="1500" baseline="30000" dirty="0"/>
              <a:t>o</a:t>
            </a:r>
          </a:p>
        </p:txBody>
      </p:sp>
      <p:graphicFrame>
        <p:nvGraphicFramePr>
          <p:cNvPr id="39941" name="Object 2"/>
          <p:cNvGraphicFramePr>
            <a:graphicFrameLocks noChangeAspect="1"/>
          </p:cNvGraphicFramePr>
          <p:nvPr/>
        </p:nvGraphicFramePr>
        <p:xfrm>
          <a:off x="3486150" y="4057650"/>
          <a:ext cx="2144316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200" imgH="431800" progId="Equation.3">
                  <p:embed/>
                </p:oleObj>
              </mc:Choice>
              <mc:Fallback>
                <p:oleObj name="Equation" r:id="rId2" imgW="1473200" imgH="431800" progId="Equation.3">
                  <p:embed/>
                  <p:pic>
                    <p:nvPicPr>
                      <p:cNvPr id="3994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4057650"/>
                        <a:ext cx="2144316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942" name="Object 3"/>
              <p:cNvSpPr txBox="1"/>
              <p:nvPr/>
            </p:nvSpPr>
            <p:spPr bwMode="auto">
              <a:xfrm>
                <a:off x="2438400" y="2647950"/>
                <a:ext cx="306863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=0.0242 (1−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̇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94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2647950"/>
                <a:ext cx="3068638" cy="457200"/>
              </a:xfrm>
              <a:prstGeom prst="rect">
                <a:avLst/>
              </a:prstGeom>
              <a:blipFill>
                <a:blip r:embed="rId4"/>
                <a:stretch>
                  <a:fillRect b="-5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14F2E7-46F3-AC08-0E59-3B03857F6FE5}"/>
                  </a:ext>
                </a:extLst>
              </p:cNvPr>
              <p:cNvSpPr txBox="1"/>
              <p:nvPr/>
            </p:nvSpPr>
            <p:spPr>
              <a:xfrm>
                <a:off x="1827609" y="1674642"/>
                <a:ext cx="4572000" cy="856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14F2E7-46F3-AC08-0E59-3B03857F6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609" y="1674642"/>
                <a:ext cx="4572000" cy="8560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544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85750"/>
            <a:ext cx="61376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29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09600" y="1200150"/>
                <a:ext cx="7848600" cy="3810000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  <a:defRPr/>
                </a:pPr>
                <a:r>
                  <a:rPr lang="en-US" sz="9600" dirty="0"/>
                  <a:t>What fractions of their energies do 1 MeV and 0.1 MeV photons lose if they are scattered through an angle of 90</a:t>
                </a:r>
                <a:r>
                  <a:rPr lang="en-US" sz="9600" baseline="30000" dirty="0"/>
                  <a:t>o</a:t>
                </a:r>
                <a:r>
                  <a:rPr lang="en-US" sz="9600" dirty="0"/>
                  <a:t>?</a:t>
                </a:r>
                <a:endParaRPr lang="en-US" sz="5600" dirty="0"/>
              </a:p>
              <a:p>
                <a:pPr marL="198882" indent="-198882" algn="ctr">
                  <a:lnSpc>
                    <a:spcPct val="90000"/>
                  </a:lnSpc>
                  <a:buNone/>
                  <a:defRPr/>
                </a:pPr>
                <a:r>
                  <a:rPr lang="en-US" sz="9600" dirty="0"/>
                  <a:t>Putting </a:t>
                </a:r>
                <a14:m>
                  <m:oMath xmlns:m="http://schemas.openxmlformats.org/officeDocument/2006/math">
                    <m:r>
                      <a:rPr lang="en-US" sz="96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96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9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9600" i="1" dirty="0" err="1">
                            <a:latin typeface="Cambria Math" panose="02040503050406030204" pitchFamily="18" charset="0"/>
                          </a:rPr>
                          <m:t>h𝑐</m:t>
                        </m:r>
                      </m:num>
                      <m:den>
                        <m:r>
                          <a:rPr lang="en-US" sz="96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𝜆</m:t>
                        </m:r>
                      </m:den>
                    </m:f>
                    <m:r>
                      <a:rPr lang="en-US" sz="96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9600" dirty="0">
                    <a:cs typeface="Times New Roman" pitchFamily="18" charset="0"/>
                  </a:rPr>
                  <a:t>into</a:t>
                </a:r>
              </a:p>
              <a:p>
                <a:pPr marL="198882" indent="-198882" algn="ctr">
                  <a:lnSpc>
                    <a:spcPct val="90000"/>
                  </a:lnSpc>
                  <a:buNone/>
                  <a:defRPr/>
                </a:pPr>
                <a:endParaRPr lang="en-US" sz="9600" dirty="0">
                  <a:cs typeface="Times New Roman" pitchFamily="18" charset="0"/>
                </a:endParaRPr>
              </a:p>
              <a:p>
                <a:pPr marL="198882" indent="-198882" algn="ctr">
                  <a:lnSpc>
                    <a:spcPct val="90000"/>
                  </a:lnSpc>
                  <a:buNone/>
                  <a:defRPr/>
                </a:pPr>
                <a:endParaRPr lang="en-US" sz="9600" dirty="0">
                  <a:cs typeface="Times New Roman" pitchFamily="18" charset="0"/>
                </a:endParaRPr>
              </a:p>
              <a:p>
                <a:pPr marL="198882" indent="-198882" algn="ctr">
                  <a:lnSpc>
                    <a:spcPct val="90000"/>
                  </a:lnSpc>
                  <a:buNone/>
                  <a:defRPr/>
                </a:pPr>
                <a:endParaRPr lang="en-US" sz="9600" dirty="0">
                  <a:cs typeface="Times New Roman" pitchFamily="18" charset="0"/>
                </a:endParaRPr>
              </a:p>
              <a:p>
                <a:pPr marL="198882" indent="-198882" algn="ctr">
                  <a:lnSpc>
                    <a:spcPct val="90000"/>
                  </a:lnSpc>
                  <a:buNone/>
                  <a:defRPr/>
                </a:pPr>
                <a:r>
                  <a:rPr lang="en-US" sz="9600" dirty="0">
                    <a:cs typeface="Times New Roman" pitchFamily="18" charset="0"/>
                  </a:rPr>
                  <a:t>gives                                                             </a:t>
                </a:r>
              </a:p>
              <a:p>
                <a:pPr marL="198882" indent="-198882">
                  <a:lnSpc>
                    <a:spcPct val="90000"/>
                  </a:lnSpc>
                  <a:buNone/>
                  <a:defRPr/>
                </a:pPr>
                <a:r>
                  <a:rPr lang="en-US" sz="1800" dirty="0"/>
                  <a:t>                                              </a:t>
                </a:r>
              </a:p>
              <a:p>
                <a:pPr marL="198882" indent="-198882">
                  <a:lnSpc>
                    <a:spcPct val="90000"/>
                  </a:lnSpc>
                  <a:buNone/>
                  <a:defRPr/>
                </a:pPr>
                <a:r>
                  <a:rPr lang="en-US" sz="1800" dirty="0"/>
                  <a:t>                                            </a:t>
                </a:r>
              </a:p>
              <a:p>
                <a:pPr marL="198882" indent="-198882">
                  <a:lnSpc>
                    <a:spcPct val="90000"/>
                  </a:lnSpc>
                  <a:buNone/>
                  <a:defRPr/>
                </a:pPr>
                <a:endParaRPr lang="en-US" sz="1800" dirty="0">
                  <a:sym typeface="Wingdings" pitchFamily="2" charset="2"/>
                </a:endParaRPr>
              </a:p>
              <a:p>
                <a:pPr marL="198882" indent="-198882">
                  <a:lnSpc>
                    <a:spcPct val="90000"/>
                  </a:lnSpc>
                  <a:buNone/>
                  <a:defRPr/>
                </a:pPr>
                <a:endParaRPr lang="en-US" sz="1800" dirty="0">
                  <a:sym typeface="Wingdings" pitchFamily="2" charset="2"/>
                </a:endParaRPr>
              </a:p>
              <a:p>
                <a:pPr marL="198882" indent="-198882">
                  <a:lnSpc>
                    <a:spcPct val="90000"/>
                  </a:lnSpc>
                  <a:buNone/>
                  <a:defRPr/>
                </a:pPr>
                <a:r>
                  <a:rPr lang="en-US" sz="1800" dirty="0">
                    <a:sym typeface="Wingdings" pitchFamily="2" charset="2"/>
                  </a:rPr>
                  <a:t>                                                       </a:t>
                </a:r>
              </a:p>
              <a:p>
                <a:pPr marL="198882" indent="-198882">
                  <a:lnSpc>
                    <a:spcPct val="90000"/>
                  </a:lnSpc>
                  <a:buNone/>
                  <a:defRPr/>
                </a:pPr>
                <a:r>
                  <a:rPr lang="en-US" sz="1800" dirty="0">
                    <a:sym typeface="Wingdings" pitchFamily="2" charset="2"/>
                  </a:rPr>
                  <a:t>                                 		</a:t>
                </a:r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829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00150"/>
                <a:ext cx="7848600" cy="3810000"/>
              </a:xfrm>
              <a:blipFill>
                <a:blip r:embed="rId2"/>
                <a:stretch>
                  <a:fillRect l="-1165" t="-1120" r="-22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96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892255"/>
              </p:ext>
            </p:extLst>
          </p:nvPr>
        </p:nvGraphicFramePr>
        <p:xfrm>
          <a:off x="533400" y="4159519"/>
          <a:ext cx="2857500" cy="688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03500" imgH="622300" progId="Equation.3">
                  <p:embed/>
                </p:oleObj>
              </mc:Choice>
              <mc:Fallback>
                <p:oleObj name="Equation" r:id="rId3" imgW="2603500" imgH="622300" progId="Equation.3">
                  <p:embed/>
                  <p:pic>
                    <p:nvPicPr>
                      <p:cNvPr id="4096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59519"/>
                        <a:ext cx="2857500" cy="688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578896"/>
              </p:ext>
            </p:extLst>
          </p:nvPr>
        </p:nvGraphicFramePr>
        <p:xfrm>
          <a:off x="5224500" y="4140994"/>
          <a:ext cx="3013472" cy="716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28800" imgH="431800" progId="Equation.3">
                  <p:embed/>
                </p:oleObj>
              </mc:Choice>
              <mc:Fallback>
                <p:oleObj name="Equation" r:id="rId5" imgW="1828800" imgH="431800" progId="Equation.3">
                  <p:embed/>
                  <p:pic>
                    <p:nvPicPr>
                      <p:cNvPr id="4096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500" y="4140994"/>
                        <a:ext cx="3013472" cy="71675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A13CEC-112D-1904-687E-7DD168363748}"/>
                  </a:ext>
                </a:extLst>
              </p:cNvPr>
              <p:cNvSpPr txBox="1"/>
              <p:nvPr/>
            </p:nvSpPr>
            <p:spPr>
              <a:xfrm>
                <a:off x="2286000" y="2876550"/>
                <a:ext cx="4495800" cy="856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A13CEC-112D-1904-687E-7DD168363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876550"/>
                <a:ext cx="4495800" cy="8560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Right 2">
            <a:extLst>
              <a:ext uri="{FF2B5EF4-FFF2-40B4-BE49-F238E27FC236}">
                <a16:creationId xmlns:a16="http://schemas.microsoft.com/office/drawing/2014/main" id="{AF78CFD6-5A4C-FABE-11E1-125F7EA93F04}"/>
              </a:ext>
            </a:extLst>
          </p:cNvPr>
          <p:cNvSpPr/>
          <p:nvPr/>
        </p:nvSpPr>
        <p:spPr>
          <a:xfrm>
            <a:off x="3962400" y="4443603"/>
            <a:ext cx="685800" cy="4571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7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0428" y="171450"/>
            <a:ext cx="6137672" cy="78819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2700" b="1" dirty="0">
                <a:solidFill>
                  <a:srgbClr val="FF0000"/>
                </a:solidFill>
              </a:rPr>
              <a:t>Problem (continued)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00150"/>
            <a:ext cx="7490223" cy="3540919"/>
          </a:xfrm>
        </p:spPr>
        <p:txBody>
          <a:bodyPr>
            <a:normAutofit fontScale="92500" lnSpcReduction="20000"/>
          </a:bodyPr>
          <a:lstStyle/>
          <a:p>
            <a:pPr marL="198835" indent="-198835"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Subbing in values of incident photon and scattering angle</a:t>
            </a:r>
          </a:p>
          <a:p>
            <a:pPr marL="198835" indent="-198835">
              <a:buNone/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 marL="198835" indent="-198835">
              <a:buNone/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 marL="198835" indent="-198835">
              <a:buNone/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 marL="198835" indent="-198835"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Fractional energy loss is</a:t>
            </a:r>
          </a:p>
          <a:p>
            <a:pPr marL="198835" indent="-198835">
              <a:buNone/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 marL="198835" indent="-198835">
              <a:buNone/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 marL="198835" indent="-198835">
              <a:buNone/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 marL="198835" indent="-198835"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For the 0.1 MeV gammas, the scattered photon energy is 0.0835 MeV, and the fractional energy loss is only 16.5%</a:t>
            </a:r>
            <a:endParaRPr lang="en-US" altLang="en-US" sz="2400" dirty="0"/>
          </a:p>
          <a:p>
            <a:pPr marL="198835" indent="-198835">
              <a:buNone/>
            </a:pPr>
            <a:endParaRPr lang="en-US" altLang="en-US" sz="1800" dirty="0"/>
          </a:p>
        </p:txBody>
      </p:sp>
      <p:graphicFrame>
        <p:nvGraphicFramePr>
          <p:cNvPr id="41988" name="Object 2"/>
          <p:cNvGraphicFramePr>
            <a:graphicFrameLocks noChangeAspect="1"/>
          </p:cNvGraphicFramePr>
          <p:nvPr/>
        </p:nvGraphicFramePr>
        <p:xfrm>
          <a:off x="2474119" y="1569244"/>
          <a:ext cx="4269581" cy="716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800" imgH="431800" progId="Equation.3">
                  <p:embed/>
                </p:oleObj>
              </mc:Choice>
              <mc:Fallback>
                <p:oleObj name="Equation" r:id="rId2" imgW="2590800" imgH="431800" progId="Equation.3">
                  <p:embed/>
                  <p:pic>
                    <p:nvPicPr>
                      <p:cNvPr id="4198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119" y="1569244"/>
                        <a:ext cx="4269581" cy="716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3"/>
          <p:cNvGraphicFramePr>
            <a:graphicFrameLocks noChangeAspect="1"/>
          </p:cNvGraphicFramePr>
          <p:nvPr/>
        </p:nvGraphicFramePr>
        <p:xfrm>
          <a:off x="2628900" y="2914650"/>
          <a:ext cx="40433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9000" imgH="393700" progId="Equation.3">
                  <p:embed/>
                </p:oleObj>
              </mc:Choice>
              <mc:Fallback>
                <p:oleObj name="Equation" r:id="rId4" imgW="2159000" imgH="393700" progId="Equation.3">
                  <p:embed/>
                  <p:pic>
                    <p:nvPicPr>
                      <p:cNvPr id="4198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2914650"/>
                        <a:ext cx="404336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641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2700" b="1" dirty="0">
                <a:solidFill>
                  <a:srgbClr val="FF0000"/>
                </a:solidFill>
              </a:rPr>
              <a:t>Pair Production 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35169" y="819150"/>
            <a:ext cx="5029200" cy="382905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 </a:t>
            </a:r>
            <a:r>
              <a:rPr lang="en-US" sz="2400" dirty="0">
                <a:cs typeface="Times New Roman" charset="0"/>
              </a:rPr>
              <a:t>γ ray disappears near the nucleus and an electron/positron “pair” appear.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 mass of these e- has been created from the energy of the photon, according to E = mc</a:t>
            </a:r>
            <a:r>
              <a:rPr lang="en-US" sz="2400" baseline="30000" dirty="0"/>
              <a:t>2</a:t>
            </a:r>
            <a:r>
              <a:rPr lang="en-US" sz="2400" dirty="0"/>
              <a:t>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Any excess energy is shared at KE.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 electron behaves in the ordinary way, making  secondary ion-pairs until it loses all of its energy of motion. </a:t>
            </a:r>
          </a:p>
        </p:txBody>
      </p:sp>
      <p:pic>
        <p:nvPicPr>
          <p:cNvPr id="43012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819150"/>
            <a:ext cx="3929063" cy="3314700"/>
          </a:xfrm>
        </p:spPr>
      </p:pic>
    </p:spTree>
    <p:extLst>
      <p:ext uri="{BB962C8B-B14F-4D97-AF65-F5344CB8AC3E}">
        <p14:creationId xmlns:p14="http://schemas.microsoft.com/office/powerpoint/2010/main" val="1311702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61950"/>
            <a:ext cx="6137672" cy="789385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rgbClr val="FF0000"/>
                </a:solidFill>
              </a:rPr>
              <a:t>Pair Production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02532"/>
            <a:ext cx="7200900" cy="3502818"/>
          </a:xfrm>
        </p:spPr>
        <p:txBody>
          <a:bodyPr/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Probability of pair production is lower than PE and Compton because the photon must be close to the nucleus.  Increases for high Z and high energies </a:t>
            </a:r>
          </a:p>
          <a:p>
            <a:pPr algn="ctr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/>
              <a:t>σ</a:t>
            </a:r>
            <a:r>
              <a:rPr lang="en-US" altLang="en-US" sz="2400" baseline="-25000" dirty="0" err="1"/>
              <a:t>pp</a:t>
            </a:r>
            <a:r>
              <a:rPr lang="en-US" altLang="en-US" sz="2400" dirty="0"/>
              <a:t> ~ Z</a:t>
            </a:r>
            <a:r>
              <a:rPr lang="en-US" altLang="en-US" sz="2400" baseline="30000" dirty="0"/>
              <a:t>2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 Occurs when all of the photon energy is converted to mass.</a:t>
            </a:r>
          </a:p>
        </p:txBody>
      </p:sp>
    </p:spTree>
    <p:extLst>
      <p:ext uri="{BB962C8B-B14F-4D97-AF65-F5344CB8AC3E}">
        <p14:creationId xmlns:p14="http://schemas.microsoft.com/office/powerpoint/2010/main" val="1547855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>
          <a:xfrm>
            <a:off x="1447800" y="285750"/>
            <a:ext cx="61376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Pair Production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88232"/>
            <a:ext cx="8077200" cy="314086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/>
            </a:pPr>
            <a:r>
              <a:rPr lang="en-US" sz="2400" dirty="0"/>
              <a:t>Occurs only in presence of strong electric field (acts as a catalyst).  The strong fields are found near the nucleus and is stronger for high Z materials.</a:t>
            </a:r>
          </a:p>
          <a:p>
            <a:pPr marL="198882" indent="-198882">
              <a:lnSpc>
                <a:spcPct val="90000"/>
              </a:lnSpc>
              <a:buFont typeface="Wingdings" panose="05000000000000000000" pitchFamily="2" charset="2"/>
              <a:buChar char="l"/>
              <a:defRPr/>
            </a:pPr>
            <a:endParaRPr lang="en-US" sz="2400" dirty="0"/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2400" b="1" i="1" dirty="0">
                <a:solidFill>
                  <a:srgbClr val="CC0000"/>
                </a:solidFill>
              </a:rPr>
              <a:t>Must have more than 1.022 MeV energy.  </a:t>
            </a:r>
            <a:endParaRPr lang="en-US" sz="2400" b="1" dirty="0"/>
          </a:p>
          <a:p>
            <a:pPr eaLnBrk="1" hangingPunct="1"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15802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1524000" y="361950"/>
            <a:ext cx="6137672" cy="78819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2700" b="1" dirty="0">
                <a:solidFill>
                  <a:srgbClr val="FF0000"/>
                </a:solidFill>
              </a:rPr>
              <a:t>Pair Production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71550"/>
            <a:ext cx="8153400" cy="405526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2400" dirty="0"/>
              <a:t>Pair production, like photoelectric absorption, involves a process wherein the incident photon disappears completely. 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marL="0" indent="0">
              <a:buNone/>
              <a:defRPr/>
            </a:pPr>
            <a:r>
              <a:rPr lang="en-US" sz="2400" dirty="0"/>
              <a:t>The first difference between these interaction modes lies in the prospective target:  </a:t>
            </a:r>
          </a:p>
          <a:p>
            <a:pPr marL="603504" lvl="1" indent="-34290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Photoelectric effect is accomplished through the interaction of a photon with a bound electron, whereas pair production usually occurs as an interaction between an incident photon and the field surrounding the target nucleus.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865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>
          <a:xfrm>
            <a:off x="1371600" y="361950"/>
            <a:ext cx="61376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Pair Production cont’d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685800" y="1162967"/>
            <a:ext cx="7143750" cy="33123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The second difference lies within the minimum or threshold energy requirements for pair production.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Pair production gets its name from the fact that a matter</a:t>
            </a:r>
            <a:r>
              <a:rPr lang="en-US" altLang="en-US" sz="2400" dirty="0">
                <a:cs typeface="Times New Roman" panose="02020603050405020304" pitchFamily="18" charset="0"/>
              </a:rPr>
              <a:t>—</a:t>
            </a:r>
            <a:r>
              <a:rPr lang="en-US" altLang="en-US" sz="2400" dirty="0"/>
              <a:t>anti-matter doublet of particles is produced when the photon interacts with the coulomb field of a nucleus.  </a:t>
            </a:r>
          </a:p>
        </p:txBody>
      </p:sp>
    </p:spTree>
    <p:extLst>
      <p:ext uri="{BB962C8B-B14F-4D97-AF65-F5344CB8AC3E}">
        <p14:creationId xmlns:p14="http://schemas.microsoft.com/office/powerpoint/2010/main" val="4011218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95350"/>
            <a:ext cx="3733800" cy="4343400"/>
          </a:xfrm>
        </p:spPr>
        <p:txBody>
          <a:bodyPr>
            <a:normAutofit fontScale="92500"/>
          </a:bodyPr>
          <a:lstStyle/>
          <a:p>
            <a:r>
              <a:rPr lang="en-US" altLang="en-US" sz="2400" dirty="0">
                <a:solidFill>
                  <a:schemeClr val="tx1"/>
                </a:solidFill>
              </a:rPr>
              <a:t>The inverse of pair production can also occur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In pair annihilation a positron-electron pair is annihilated, resulting in the creation of 2 (or more) photons as shown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At least 2 photons must be produced in order to conserve energy and momentum</a:t>
            </a:r>
          </a:p>
        </p:txBody>
      </p:sp>
      <p:sp>
        <p:nvSpPr>
          <p:cNvPr id="48131" name="Rectangle 4"/>
          <p:cNvSpPr>
            <a:spLocks noGrp="1" noChangeArrowheads="1"/>
          </p:cNvSpPr>
          <p:nvPr>
            <p:ph type="title"/>
          </p:nvPr>
        </p:nvSpPr>
        <p:spPr>
          <a:xfrm>
            <a:off x="1543050" y="208360"/>
            <a:ext cx="58293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Annihilation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2C2E6F-C8D1-7254-C2AC-9877CE2F3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04950"/>
            <a:ext cx="3560267" cy="300861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C15FD1-74DD-5D16-575F-BD13F40B9A7F}"/>
              </a:ext>
            </a:extLst>
          </p:cNvPr>
          <p:cNvSpPr/>
          <p:nvPr/>
        </p:nvSpPr>
        <p:spPr>
          <a:xfrm rot="1240082">
            <a:off x="7344477" y="2959532"/>
            <a:ext cx="762000" cy="1600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64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>
          <a:xfrm>
            <a:off x="1524000" y="361950"/>
            <a:ext cx="6366272" cy="788194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Annihilation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2532"/>
            <a:ext cx="7772400" cy="40362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Their masses are converted back into pure energy. Thus, two gammas of 0.511 MeV each arise at the annihilation site (accounting for the rest mass of the particles).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 ultimate fate of the "annihilation gammas" is either photoelectric absorption or Compton scattering followed by photoelectric absorption.</a:t>
            </a:r>
          </a:p>
          <a:p>
            <a:pPr eaLnBrk="1" hangingPunct="1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98556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23950"/>
            <a:ext cx="7543800" cy="42672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195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Absorber nucleus captures a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/>
              <a:t>-ray and in most instances emits a neutron: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altLang="en-US" sz="2400" baseline="30000" dirty="0"/>
              <a:t>9</a:t>
            </a:r>
            <a:r>
              <a:rPr lang="en-US" altLang="en-US" sz="2400" dirty="0"/>
              <a:t>Be(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/>
              <a:t>,n) </a:t>
            </a:r>
            <a:r>
              <a:rPr lang="en-US" altLang="en-US" sz="2400" baseline="30000" dirty="0"/>
              <a:t>8</a:t>
            </a:r>
            <a:r>
              <a:rPr lang="en-US" altLang="en-US" sz="2400" dirty="0"/>
              <a:t>Be</a:t>
            </a: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Important for high energy photons from electron accelerators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Cross-sections are « total cross-sections </a:t>
            </a:r>
          </a:p>
        </p:txBody>
      </p:sp>
      <p:sp>
        <p:nvSpPr>
          <p:cNvPr id="51203" name="Rectangle 4"/>
          <p:cNvSpPr>
            <a:spLocks noGrp="1" noChangeArrowheads="1"/>
          </p:cNvSpPr>
          <p:nvPr>
            <p:ph type="title"/>
          </p:nvPr>
        </p:nvSpPr>
        <p:spPr>
          <a:xfrm>
            <a:off x="1657350" y="208360"/>
            <a:ext cx="58293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Photodisintegration</a:t>
            </a:r>
          </a:p>
        </p:txBody>
      </p:sp>
    </p:spTree>
    <p:extLst>
      <p:ext uri="{BB962C8B-B14F-4D97-AF65-F5344CB8AC3E}">
        <p14:creationId xmlns:p14="http://schemas.microsoft.com/office/powerpoint/2010/main" val="2602104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7350" y="1428750"/>
            <a:ext cx="6172200" cy="52506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/>
              <a:t>Total attenuation coefficient  </a:t>
            </a:r>
            <a:r>
              <a:rPr lang="en-US" altLang="en-US" sz="1800" dirty="0">
                <a:sym typeface="Symbol" panose="05050102010706020507" pitchFamily="18" charset="2"/>
              </a:rPr>
              <a:t></a:t>
            </a:r>
            <a:endParaRPr lang="en-US" altLang="en-US" sz="1800" dirty="0"/>
          </a:p>
        </p:txBody>
      </p:sp>
      <p:graphicFrame>
        <p:nvGraphicFramePr>
          <p:cNvPr id="52227" name="Object 2"/>
          <p:cNvGraphicFramePr>
            <a:graphicFrameLocks noChangeAspect="1"/>
          </p:cNvGraphicFramePr>
          <p:nvPr/>
        </p:nvGraphicFramePr>
        <p:xfrm>
          <a:off x="2514600" y="2046288"/>
          <a:ext cx="34290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24118" imgH="400050" progId="">
                  <p:embed/>
                </p:oleObj>
              </mc:Choice>
              <mc:Fallback>
                <p:oleObj r:id="rId2" imgW="2724118" imgH="400050" progId="">
                  <p:embed/>
                  <p:pic>
                    <p:nvPicPr>
                      <p:cNvPr id="5222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046288"/>
                        <a:ext cx="34290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Text Box 5"/>
          <p:cNvSpPr txBox="1">
            <a:spLocks noChangeArrowheads="1"/>
          </p:cNvSpPr>
          <p:nvPr/>
        </p:nvSpPr>
        <p:spPr bwMode="auto">
          <a:xfrm>
            <a:off x="838200" y="3028950"/>
            <a:ext cx="8153400" cy="135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</a:rPr>
              <a:t>In computing shielding design, the above equation is used</a:t>
            </a:r>
          </a:p>
          <a:p>
            <a:pPr marL="285750" indent="-285750" eaLnBrk="1" hangingPunct="1">
              <a:buClrTx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 marL="285750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</a:rPr>
              <a:t>This is the fraction of the energy in a beam that is removed per unit distance of absorber</a:t>
            </a:r>
          </a:p>
        </p:txBody>
      </p:sp>
      <p:sp>
        <p:nvSpPr>
          <p:cNvPr id="52229" name="Rectangle 6"/>
          <p:cNvSpPr>
            <a:spLocks noGrp="1" noChangeArrowheads="1"/>
          </p:cNvSpPr>
          <p:nvPr>
            <p:ph type="title"/>
          </p:nvPr>
        </p:nvSpPr>
        <p:spPr>
          <a:xfrm>
            <a:off x="1657350" y="208360"/>
            <a:ext cx="58293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Combined Effects</a:t>
            </a:r>
          </a:p>
        </p:txBody>
      </p:sp>
    </p:spTree>
    <p:extLst>
      <p:ext uri="{BB962C8B-B14F-4D97-AF65-F5344CB8AC3E}">
        <p14:creationId xmlns:p14="http://schemas.microsoft.com/office/powerpoint/2010/main" val="883080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209550"/>
            <a:ext cx="8229600" cy="857250"/>
          </a:xfrm>
        </p:spPr>
        <p:txBody>
          <a:bodyPr/>
          <a:lstStyle/>
          <a:p>
            <a:pPr algn="ctr"/>
            <a:r>
              <a:rPr lang="en-US" altLang="en-US" sz="2700" b="1" dirty="0">
                <a:solidFill>
                  <a:srgbClr val="FF0000"/>
                </a:solidFill>
              </a:rPr>
              <a:t>Combined Effects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-17585" y="819150"/>
            <a:ext cx="5029200" cy="392430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The fraction of the beam's energy that is deposited in the absorber considers only the energy transferred by the photoelectron, Compton electron, and the electron pair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/>
              <a:t>Energy carried away by the scattered photon in a Compton interaction and by annihilation after PP is not included. 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181600" y="895350"/>
            <a:ext cx="3657600" cy="291058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The energy absorption coefficient is given by</a:t>
            </a:r>
          </a:p>
          <a:p>
            <a:endParaRPr lang="en-US" sz="1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09347"/>
              </p:ext>
            </p:extLst>
          </p:nvPr>
        </p:nvGraphicFramePr>
        <p:xfrm>
          <a:off x="5257800" y="2038350"/>
          <a:ext cx="29718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70360" imgH="691920" progId="">
                  <p:embed/>
                </p:oleObj>
              </mc:Choice>
              <mc:Fallback>
                <p:oleObj r:id="rId2" imgW="3870360" imgH="691920" progId="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038350"/>
                        <a:ext cx="29718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5490436" y="2952750"/>
            <a:ext cx="3653564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</a:pPr>
            <a:endParaRPr lang="en-US" altLang="en-US" sz="1500" dirty="0">
              <a:solidFill>
                <a:srgbClr val="FF0000"/>
              </a:solidFill>
            </a:endParaRPr>
          </a:p>
          <a:p>
            <a:pPr>
              <a:buClrTx/>
            </a:pPr>
            <a:endParaRPr lang="en-US" altLang="en-US" sz="1500" dirty="0">
              <a:solidFill>
                <a:srgbClr val="FF0000"/>
              </a:solidFill>
            </a:endParaRPr>
          </a:p>
          <a:p>
            <a:pPr>
              <a:buClrTx/>
            </a:pPr>
            <a:r>
              <a:rPr lang="en-US" altLang="en-US" sz="1500" dirty="0">
                <a:solidFill>
                  <a:srgbClr val="FF0000"/>
                </a:solidFill>
              </a:rPr>
              <a:t>It is used in calculation of radiation dose </a:t>
            </a:r>
          </a:p>
        </p:txBody>
      </p:sp>
    </p:spTree>
    <p:extLst>
      <p:ext uri="{BB962C8B-B14F-4D97-AF65-F5344CB8AC3E}">
        <p14:creationId xmlns:p14="http://schemas.microsoft.com/office/powerpoint/2010/main" val="4156035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ontrols>
      <mc:AlternateContent xmlns:mc="http://schemas.openxmlformats.org/markup-compatibility/2006">
        <mc:Choice xmlns:v="urn:schemas-microsoft-com:vml" Requires="v">
          <p:control r:id="rId1" imgW="8151840" imgH="5943600"/>
        </mc:Choice>
        <mc:Fallback>
          <p:control r:id="rId1" imgW="8151840" imgH="5943600">
            <p:pic>
              <p:nvPicPr>
                <p:cNvPr id="2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3000" y="514350"/>
                  <a:ext cx="6113860" cy="4457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4039531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713278"/>
              </p:ext>
            </p:extLst>
          </p:nvPr>
        </p:nvGraphicFramePr>
        <p:xfrm>
          <a:off x="1752600" y="1047750"/>
          <a:ext cx="48768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57917" imgH="2666667" progId="">
                  <p:embed/>
                </p:oleObj>
              </mc:Choice>
              <mc:Fallback>
                <p:oleObj r:id="rId2" imgW="3657917" imgH="2666667" progId="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047750"/>
                        <a:ext cx="48768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3619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590550"/>
            <a:ext cx="6172200" cy="68580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700" b="1" dirty="0">
                <a:solidFill>
                  <a:srgbClr val="FF0000"/>
                </a:solidFill>
              </a:rPr>
              <a:t>Linear Attenuation and Absorption Coefficients for Photons in Water</a:t>
            </a:r>
          </a:p>
        </p:txBody>
      </p:sp>
      <p:graphicFrame>
        <p:nvGraphicFramePr>
          <p:cNvPr id="563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50944"/>
              </p:ext>
            </p:extLst>
          </p:nvPr>
        </p:nvGraphicFramePr>
        <p:xfrm>
          <a:off x="1600200" y="1433146"/>
          <a:ext cx="5765729" cy="3710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24640" imgH="3132091" progId="">
                  <p:embed/>
                </p:oleObj>
              </mc:Choice>
              <mc:Fallback>
                <p:oleObj r:id="rId2" imgW="3924640" imgH="3132091" progId="">
                  <p:embed/>
                  <p:pic>
                    <p:nvPicPr>
                      <p:cNvPr id="5632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433146"/>
                        <a:ext cx="5765729" cy="3710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9602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1981200" y="133350"/>
            <a:ext cx="4760785" cy="9906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2700" b="1" dirty="0">
                <a:solidFill>
                  <a:srgbClr val="FF0000"/>
                </a:solidFill>
              </a:rPr>
              <a:t>Exponential Absorption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76200" y="819150"/>
            <a:ext cx="4572000" cy="4514850"/>
          </a:xfrm>
        </p:spPr>
        <p:txBody>
          <a:bodyPr>
            <a:no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/>
              <a:t>Whereas charged particles have definite ranges in matter, photons are only reduced in intensity by increasingly thicker absorbers, or more dense substances.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/>
              <a:t>Under the conditions of “good geometry,” changes in gamma-ray intensity can be reasonably calculated. 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2A709-BCC3-4803-862B-ED01B98D8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952750"/>
            <a:ext cx="4457700" cy="1585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C967D8-3117-CAB0-64C6-800004A65548}"/>
              </a:ext>
            </a:extLst>
          </p:cNvPr>
          <p:cNvSpPr txBox="1"/>
          <p:nvPr/>
        </p:nvSpPr>
        <p:spPr>
          <a:xfrm>
            <a:off x="4419600" y="120015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“Good geometry” is defined as a well-collimated, narrow beam. </a:t>
            </a:r>
          </a:p>
        </p:txBody>
      </p:sp>
    </p:spTree>
    <p:extLst>
      <p:ext uri="{BB962C8B-B14F-4D97-AF65-F5344CB8AC3E}">
        <p14:creationId xmlns:p14="http://schemas.microsoft.com/office/powerpoint/2010/main" val="1627662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Grp="1" noChangeArrowheads="1"/>
          </p:cNvSpPr>
          <p:nvPr>
            <p:ph type="title"/>
          </p:nvPr>
        </p:nvSpPr>
        <p:spPr>
          <a:xfrm>
            <a:off x="1447800" y="438150"/>
            <a:ext cx="6858000" cy="571500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Exponential</a:t>
            </a:r>
            <a:r>
              <a:rPr lang="en-US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</a:rPr>
              <a:t>Absorption</a:t>
            </a:r>
          </a:p>
        </p:txBody>
      </p:sp>
      <p:sp>
        <p:nvSpPr>
          <p:cNvPr id="5734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047750"/>
            <a:ext cx="8839200" cy="3543300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Due to the different interaction of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/>
              <a:t>-rays with matter, the attenuation is different than with α or </a:t>
            </a:r>
            <a:r>
              <a:rPr lang="en-US" altLang="en-US" sz="2400" dirty="0">
                <a:sym typeface="Symbol" panose="05050102010706020507" pitchFamily="18" charset="2"/>
              </a:rPr>
              <a:t></a:t>
            </a:r>
            <a:r>
              <a:rPr lang="en-US" altLang="en-US" sz="2400" dirty="0"/>
              <a:t> particles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Intensity of a beam of photons will be reduced as it passes through material because they will be removed or scattered by some combination of photoelectric effect, Compton scattering and pair production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Reduction obeys the exponential attenuation law:  		</a:t>
            </a:r>
          </a:p>
        </p:txBody>
      </p:sp>
    </p:spTree>
    <p:extLst>
      <p:ext uri="{BB962C8B-B14F-4D97-AF65-F5344CB8AC3E}">
        <p14:creationId xmlns:p14="http://schemas.microsoft.com/office/powerpoint/2010/main" val="1044112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47750"/>
            <a:ext cx="7010400" cy="44958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00" dirty="0"/>
              <a:t>I = </a:t>
            </a:r>
            <a:r>
              <a:rPr lang="en-US" altLang="en-US" sz="2600" dirty="0" err="1"/>
              <a:t>I</a:t>
            </a:r>
            <a:r>
              <a:rPr lang="en-US" altLang="en-US" sz="2600" baseline="-25000" dirty="0" err="1"/>
              <a:t>o</a:t>
            </a:r>
            <a:r>
              <a:rPr lang="en-US" altLang="en-US" sz="2600" dirty="0" err="1"/>
              <a:t>e</a:t>
            </a:r>
            <a:r>
              <a:rPr lang="en-US" altLang="en-US" sz="2600" baseline="30000" dirty="0"/>
              <a:t>-</a:t>
            </a:r>
            <a:r>
              <a:rPr lang="en-US" altLang="en-US" sz="2600" baseline="30000" dirty="0">
                <a:sym typeface="Symbol" panose="05050102010706020507" pitchFamily="18" charset="2"/>
              </a:rPr>
              <a:t>t</a:t>
            </a:r>
            <a:endParaRPr lang="en-US" altLang="en-US" sz="2600" dirty="0"/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where:</a:t>
            </a: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400" dirty="0"/>
              <a:t>		I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=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/>
              <a:t>-ray intensity at zero absorber</a:t>
            </a: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400" dirty="0"/>
              <a:t>			thickness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400" dirty="0"/>
              <a:t>		t = absorber thickness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400" dirty="0"/>
              <a:t>		I =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/>
              <a:t>-ray intensity transmitted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</a:t>
            </a:r>
            <a:r>
              <a:rPr lang="en-US" altLang="en-US" sz="2400" dirty="0"/>
              <a:t> = attenuation coefficient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If the absorber thickness is measure in cm, then </a:t>
            </a:r>
            <a:r>
              <a:rPr lang="en-US" altLang="en-US" sz="2400" dirty="0">
                <a:sym typeface="Symbol" panose="05050102010706020507" pitchFamily="18" charset="2"/>
              </a:rPr>
              <a:t></a:t>
            </a:r>
            <a:r>
              <a:rPr lang="en-US" altLang="en-US" sz="2400" dirty="0"/>
              <a:t> is called </a:t>
            </a:r>
            <a:r>
              <a:rPr lang="en-US" altLang="en-US" sz="2400" i="1" dirty="0"/>
              <a:t>linear attenuation coefficient</a:t>
            </a:r>
            <a:r>
              <a:rPr lang="en-US" altLang="en-US" sz="2400" dirty="0"/>
              <a:t> (</a:t>
            </a:r>
            <a:r>
              <a:rPr lang="en-US" altLang="en-US" sz="2400" dirty="0">
                <a:sym typeface="Symbol" panose="05050102010706020507" pitchFamily="18" charset="2"/>
              </a:rPr>
              <a:t></a:t>
            </a:r>
            <a:r>
              <a:rPr lang="en-US" altLang="en-US" sz="2400" baseline="-25000" dirty="0"/>
              <a:t>l</a:t>
            </a:r>
            <a:r>
              <a:rPr lang="en-US" altLang="en-US" sz="2400" dirty="0"/>
              <a:t>) having dimensions "per cm"</a:t>
            </a:r>
          </a:p>
        </p:txBody>
      </p:sp>
      <p:sp>
        <p:nvSpPr>
          <p:cNvPr id="58371" name="Rectangle 4"/>
          <p:cNvSpPr>
            <a:spLocks noGrp="1" noChangeArrowheads="1"/>
          </p:cNvSpPr>
          <p:nvPr>
            <p:ph type="title"/>
          </p:nvPr>
        </p:nvSpPr>
        <p:spPr>
          <a:xfrm>
            <a:off x="1371600" y="514350"/>
            <a:ext cx="5829300" cy="382190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Exponential Absorption</a:t>
            </a:r>
          </a:p>
        </p:txBody>
      </p:sp>
    </p:spTree>
    <p:extLst>
      <p:ext uri="{BB962C8B-B14F-4D97-AF65-F5344CB8AC3E}">
        <p14:creationId xmlns:p14="http://schemas.microsoft.com/office/powerpoint/2010/main" val="1843629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76350"/>
            <a:ext cx="7315200" cy="120015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Clr>
                <a:srgbClr val="0000FF"/>
              </a:buClr>
              <a:buNone/>
            </a:pPr>
            <a:r>
              <a:rPr lang="en-US" altLang="en-US" sz="2400" dirty="0"/>
              <a:t>If the absorber thickness "t" is measured in g/cm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, then (</a:t>
            </a:r>
            <a:r>
              <a:rPr lang="en-US" altLang="en-US" sz="2400" dirty="0">
                <a:sym typeface="Symbol" panose="05050102010706020507" pitchFamily="18" charset="2"/>
              </a:rPr>
              <a:t></a:t>
            </a:r>
            <a:r>
              <a:rPr lang="en-US" altLang="en-US" sz="2400" baseline="-25000" dirty="0"/>
              <a:t>m</a:t>
            </a:r>
            <a:r>
              <a:rPr lang="en-US" altLang="en-US" sz="2400" dirty="0"/>
              <a:t>) is called </a:t>
            </a:r>
            <a:r>
              <a:rPr lang="en-US" altLang="en-US" sz="2400" i="1" dirty="0"/>
              <a:t>mass attenuation coefficient</a:t>
            </a:r>
            <a:r>
              <a:rPr lang="en-US" altLang="en-US" sz="2400" dirty="0"/>
              <a:t> (</a:t>
            </a:r>
            <a:r>
              <a:rPr lang="en-US" altLang="en-US" sz="2400" dirty="0">
                <a:sym typeface="Symbol" panose="05050102010706020507" pitchFamily="18" charset="2"/>
              </a:rPr>
              <a:t></a:t>
            </a:r>
            <a:r>
              <a:rPr lang="en-US" altLang="en-US" sz="2400" baseline="-25000" dirty="0"/>
              <a:t>m</a:t>
            </a:r>
            <a:r>
              <a:rPr lang="en-US" altLang="en-US" sz="2400" dirty="0"/>
              <a:t>) having dimensions cm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/g</a:t>
            </a:r>
          </a:p>
        </p:txBody>
      </p:sp>
      <p:sp>
        <p:nvSpPr>
          <p:cNvPr id="59396" name="Text Box 6"/>
          <p:cNvSpPr txBox="1">
            <a:spLocks noChangeArrowheads="1"/>
          </p:cNvSpPr>
          <p:nvPr/>
        </p:nvSpPr>
        <p:spPr bwMode="auto">
          <a:xfrm>
            <a:off x="1219200" y="3790950"/>
            <a:ext cx="61722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95288" indent="-395288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en-US" sz="2400" dirty="0">
                <a:latin typeface="Times New Roman" panose="02020603050405020304" pitchFamily="18" charset="0"/>
              </a:rPr>
              <a:t>where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altLang="en-US" sz="2400" dirty="0">
                <a:latin typeface="Times New Roman" panose="02020603050405020304" pitchFamily="18" charset="0"/>
              </a:rPr>
              <a:t> is the density of the absorber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Tx/>
              <a:buNone/>
            </a:pPr>
            <a:endParaRPr lang="en-US" altLang="en-US" sz="18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59397" name="Rectangle 8"/>
          <p:cNvSpPr>
            <a:spLocks noChangeArrowheads="1"/>
          </p:cNvSpPr>
          <p:nvPr/>
        </p:nvSpPr>
        <p:spPr bwMode="auto">
          <a:xfrm>
            <a:off x="2333877" y="400051"/>
            <a:ext cx="43667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Exponential Absorption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F279C-BF19-4A0E-8BC4-21C3D206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571750"/>
            <a:ext cx="4716946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06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6C4A-7EA7-4E34-9552-1A4FD555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38150"/>
            <a:ext cx="4760785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Exponential Absorption</a:t>
            </a:r>
            <a:br>
              <a:rPr lang="en-US" altLang="en-US" sz="2700" b="1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30129-B6B2-41E6-AB3C-899090872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95350"/>
            <a:ext cx="8578362" cy="4343400"/>
          </a:xfrm>
        </p:spPr>
        <p:txBody>
          <a:bodyPr>
            <a:noAutofit/>
          </a:bodyPr>
          <a:lstStyle/>
          <a:p>
            <a:r>
              <a:rPr lang="en-US" sz="2000" dirty="0"/>
              <a:t>For some purposes, it is useful to use the </a:t>
            </a:r>
            <a:r>
              <a:rPr lang="en-US" sz="2000" dirty="0">
                <a:highlight>
                  <a:srgbClr val="FFFF00"/>
                </a:highlight>
              </a:rPr>
              <a:t>atomic attenuation coefficient</a:t>
            </a:r>
            <a:r>
              <a:rPr lang="en-US" sz="2000" dirty="0"/>
              <a:t>, </a:t>
            </a:r>
            <a:r>
              <a:rPr lang="en-US" sz="2000" dirty="0" err="1"/>
              <a:t>μ</a:t>
            </a:r>
            <a:r>
              <a:rPr lang="en-US" sz="2000" baseline="-25000" dirty="0" err="1"/>
              <a:t>a</a:t>
            </a:r>
            <a:r>
              <a:rPr lang="en-US" sz="2000" dirty="0"/>
              <a:t>. </a:t>
            </a:r>
          </a:p>
          <a:p>
            <a:r>
              <a:rPr lang="en-US" sz="2000" dirty="0"/>
              <a:t>The atomic attenuation coefficient is the fraction of an incident gamma-ray beam that is attenuated by a single atom. </a:t>
            </a:r>
          </a:p>
          <a:p>
            <a:r>
              <a:rPr lang="en-US" sz="2000" dirty="0"/>
              <a:t>Another way of saying the same thing is that the atomic attenuation coefficient is the probability that an absorber atom will interact with one of the photons in the beam. </a:t>
            </a:r>
          </a:p>
          <a:p>
            <a:r>
              <a:rPr lang="en-US" sz="2000" dirty="0"/>
              <a:t>The atomic attenuation coefficient may be defined by the equation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D30759-3BFA-4FB1-B01D-FAC6D35D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798277"/>
            <a:ext cx="3016243" cy="13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5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00B8-5AEB-4970-974E-2800206B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3350"/>
            <a:ext cx="5753100" cy="9906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Exponential Absorption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57F53-165E-46A3-B874-15B51CD0F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19150"/>
            <a:ext cx="8458200" cy="3829050"/>
          </a:xfrm>
        </p:spPr>
        <p:txBody>
          <a:bodyPr>
            <a:noAutofit/>
          </a:bodyPr>
          <a:lstStyle/>
          <a:p>
            <a:r>
              <a:rPr lang="en-US" sz="2000" dirty="0"/>
              <a:t>where N is the number of absorber atoms per cm3. Note that the dimensions of </a:t>
            </a:r>
            <a:r>
              <a:rPr lang="en-US" sz="2000" dirty="0" err="1"/>
              <a:t>μ</a:t>
            </a:r>
            <a:r>
              <a:rPr lang="en-US" sz="2000" baseline="-25000" dirty="0" err="1"/>
              <a:t>a</a:t>
            </a:r>
            <a:r>
              <a:rPr lang="en-US" sz="2000" dirty="0"/>
              <a:t> are cm</a:t>
            </a:r>
            <a:r>
              <a:rPr lang="en-US" sz="2000" baseline="30000" dirty="0"/>
              <a:t>2</a:t>
            </a:r>
            <a:r>
              <a:rPr lang="en-US" sz="2000" dirty="0"/>
              <a:t>, the units of area.</a:t>
            </a:r>
          </a:p>
          <a:p>
            <a:r>
              <a:rPr lang="en-US" sz="2000" dirty="0"/>
              <a:t> For this reason, the atomic attenuation coefficient is almost always referred to as the cross section of the absorber. </a:t>
            </a:r>
          </a:p>
          <a:p>
            <a:r>
              <a:rPr lang="en-US" sz="2000" dirty="0"/>
              <a:t>The unit in which the cross section is specified is the barn, b.  1b = 10</a:t>
            </a:r>
            <a:r>
              <a:rPr lang="en-US" sz="2000" baseline="30000" dirty="0"/>
              <a:t>−24 </a:t>
            </a:r>
            <a:r>
              <a:rPr lang="en-US" sz="2000" dirty="0"/>
              <a:t>cm</a:t>
            </a:r>
            <a:r>
              <a:rPr lang="en-US" sz="2000" baseline="30000" dirty="0"/>
              <a:t>2</a:t>
            </a:r>
            <a:r>
              <a:rPr lang="en-US" sz="2000" dirty="0"/>
              <a:t>.</a:t>
            </a:r>
          </a:p>
          <a:p>
            <a:r>
              <a:rPr lang="en-US" sz="2000" dirty="0"/>
              <a:t>The atomic attenuation coefficient is also called the </a:t>
            </a:r>
            <a:r>
              <a:rPr lang="en-US" sz="2000" dirty="0">
                <a:highlight>
                  <a:srgbClr val="FFFF00"/>
                </a:highlight>
              </a:rPr>
              <a:t>microscopic cross section </a:t>
            </a:r>
            <a:r>
              <a:rPr lang="en-US" sz="2000" dirty="0"/>
              <a:t>and is symbolized by σ, while the linear attenuation coefficient is often called the </a:t>
            </a:r>
            <a:r>
              <a:rPr lang="en-US" sz="2000" dirty="0">
                <a:highlight>
                  <a:srgbClr val="FFFF00"/>
                </a:highlight>
              </a:rPr>
              <a:t>macroscopic cross section </a:t>
            </a:r>
            <a:r>
              <a:rPr lang="en-US" sz="2000" dirty="0"/>
              <a:t>and is given by the symbol Ʃ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94DE1B-C987-47B4-A3DB-3233B0BDF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248150"/>
            <a:ext cx="3872120" cy="62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94C92-C03A-4F9E-8215-138DC612A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4171950"/>
            <a:ext cx="3432313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95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1027"/>
          <p:cNvSpPr>
            <a:spLocks noGrp="1" noChangeArrowheads="1"/>
          </p:cNvSpPr>
          <p:nvPr>
            <p:ph type="title"/>
          </p:nvPr>
        </p:nvSpPr>
        <p:spPr>
          <a:xfrm>
            <a:off x="1543050" y="208360"/>
            <a:ext cx="58293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Exponential Absorption</a:t>
            </a:r>
          </a:p>
        </p:txBody>
      </p:sp>
      <p:sp>
        <p:nvSpPr>
          <p:cNvPr id="60420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1028700" y="1125140"/>
            <a:ext cx="7086600" cy="129129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90000"/>
              </a:lnSpc>
              <a:buClrTx/>
              <a:buNone/>
            </a:pPr>
            <a:r>
              <a:rPr lang="en-US" altLang="en-US" sz="2400" dirty="0"/>
              <a:t>What percent of an incident x-ray passes through a 5 mm material whose linear absorption is 0.07 mm-1?</a:t>
            </a:r>
          </a:p>
          <a:p>
            <a:pPr marL="0" indent="0">
              <a:buNone/>
            </a:pPr>
            <a:endParaRPr lang="en-US" altLang="en-US" sz="1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4D9664-F9DF-3D19-2F94-2A09DD19D0AB}"/>
                  </a:ext>
                </a:extLst>
              </p:cNvPr>
              <p:cNvSpPr txBox="1"/>
              <p:nvPr/>
            </p:nvSpPr>
            <p:spPr>
              <a:xfrm>
                <a:off x="2362200" y="2571750"/>
                <a:ext cx="4191000" cy="846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4D9664-F9DF-3D19-2F94-2A09DD19D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571750"/>
                <a:ext cx="4191000" cy="846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25561B-841E-B3E9-35EB-CA007A13E6C5}"/>
                  </a:ext>
                </a:extLst>
              </p:cNvPr>
              <p:cNvSpPr txBox="1"/>
              <p:nvPr/>
            </p:nvSpPr>
            <p:spPr>
              <a:xfrm>
                <a:off x="1962000" y="3496953"/>
                <a:ext cx="5220000" cy="518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0.07 </m:t>
                              </m:r>
                              <m: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0C0CF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C0CFE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C0CFE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5.0 </m:t>
                              </m:r>
                              <m:r>
                                <a:rPr lang="en-US" b="0" i="1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𝑚𝑚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25561B-841E-B3E9-35EB-CA007A13E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000" y="3496953"/>
                <a:ext cx="5220000" cy="5182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52AC3E-2C59-5A3B-6876-D346F0F271D3}"/>
                  </a:ext>
                </a:extLst>
              </p:cNvPr>
              <p:cNvSpPr txBox="1"/>
              <p:nvPr/>
            </p:nvSpPr>
            <p:spPr>
              <a:xfrm>
                <a:off x="1847700" y="4171950"/>
                <a:ext cx="5220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=0.705 </m:t>
                      </m:r>
                      <m:r>
                        <a:rPr lang="en-US" b="0" i="1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 70.5%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passes</m:t>
                      </m:r>
                      <m:r>
                        <a:rPr lang="en-US" b="0" i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through</m:t>
                      </m:r>
                    </m:oMath>
                  </m:oMathPara>
                </a14:m>
                <a:endParaRPr lang="en-US" dirty="0">
                  <a:solidFill>
                    <a:srgbClr val="0C0CFE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52AC3E-2C59-5A3B-6876-D346F0F27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700" y="4171950"/>
                <a:ext cx="5220000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57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381000" y="285750"/>
            <a:ext cx="8229600" cy="85725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Exponential Absorption cont’d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077200" cy="38671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sz="2400" dirty="0"/>
              <a:t>Suppose that we have a source of gamma rays whose energy is </a:t>
            </a:r>
            <a:r>
              <a:rPr lang="en-US" altLang="en-US" sz="2400" dirty="0">
                <a:highlight>
                  <a:srgbClr val="FFFF00"/>
                </a:highlight>
              </a:rPr>
              <a:t>1 MeV </a:t>
            </a:r>
            <a:r>
              <a:rPr lang="en-US" altLang="en-US" sz="2400" dirty="0"/>
              <a:t>and the activity of the source is emitting </a:t>
            </a:r>
            <a:r>
              <a:rPr lang="en-US" altLang="en-US" sz="2400" dirty="0">
                <a:highlight>
                  <a:srgbClr val="FFFF00"/>
                </a:highlight>
              </a:rPr>
              <a:t>10</a:t>
            </a:r>
            <a:r>
              <a:rPr lang="en-US" altLang="en-US" sz="2400" baseline="30000" dirty="0">
                <a:highlight>
                  <a:srgbClr val="FFFF00"/>
                </a:highlight>
              </a:rPr>
              <a:t>8</a:t>
            </a:r>
            <a:r>
              <a:rPr lang="en-US" altLang="en-US" sz="2400" dirty="0">
                <a:highlight>
                  <a:srgbClr val="FFFF00"/>
                </a:highlight>
              </a:rPr>
              <a:t> gammas per second </a:t>
            </a:r>
            <a:r>
              <a:rPr lang="en-US" altLang="en-US" sz="2400" dirty="0"/>
              <a:t>in a collimated, narrow beam in the direction of a radiation detector.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0" indent="0" eaLnBrk="1" hangingPunct="1">
              <a:buNone/>
            </a:pPr>
            <a:r>
              <a:rPr lang="en-US" altLang="en-US" sz="2400" dirty="0"/>
              <a:t>There exists a </a:t>
            </a:r>
            <a:r>
              <a:rPr lang="en-US" altLang="en-US" sz="2400" dirty="0">
                <a:highlight>
                  <a:srgbClr val="FFFF00"/>
                </a:highlight>
              </a:rPr>
              <a:t>1-cm thick </a:t>
            </a:r>
            <a:r>
              <a:rPr lang="en-US" altLang="en-US" sz="2400" dirty="0" err="1">
                <a:highlight>
                  <a:srgbClr val="FFFF00"/>
                </a:highlight>
              </a:rPr>
              <a:t>Pb</a:t>
            </a:r>
            <a:r>
              <a:rPr lang="en-US" altLang="en-US" sz="2400" dirty="0">
                <a:highlight>
                  <a:srgbClr val="FFFF00"/>
                </a:highlight>
              </a:rPr>
              <a:t> shield </a:t>
            </a:r>
            <a:r>
              <a:rPr lang="en-US" altLang="en-US" sz="2400" dirty="0"/>
              <a:t>between the source and detector.  What is the final intensity?</a:t>
            </a:r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1143001" y="214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 dirty="0">
              <a:latin typeface="Times New Roman" panose="02020603050405020304" pitchFamily="18" charset="0"/>
            </a:endParaRP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1143001" y="528615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181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828800" y="378619"/>
            <a:ext cx="5943600" cy="9906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Exponential Absorption cont’d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685800" y="1229051"/>
            <a:ext cx="5105400" cy="615644"/>
          </a:xfrm>
        </p:spPr>
        <p:txBody>
          <a:bodyPr>
            <a:normAutofit/>
          </a:bodyPr>
          <a:lstStyle/>
          <a:p>
            <a:pPr marL="0" indent="0" eaLnBrk="1" hangingPunct="1">
              <a:buClrTx/>
              <a:buNone/>
            </a:pPr>
            <a:r>
              <a:rPr lang="en-US" altLang="en-US" sz="2400" dirty="0"/>
              <a:t>From our intensity equation…</a:t>
            </a:r>
          </a:p>
          <a:p>
            <a:pPr marL="0" indent="0" eaLnBrk="1" hangingPunct="1">
              <a:buClrTx/>
              <a:buNone/>
            </a:pPr>
            <a:endParaRPr lang="en-US" altLang="en-US" sz="2400" dirty="0"/>
          </a:p>
          <a:p>
            <a:pPr lvl="1" eaLnBrk="1" hangingPunct="1">
              <a:buClrTx/>
              <a:buFont typeface="Wingdings" panose="05000000000000000000" pitchFamily="2" charset="2"/>
              <a:buChar char="l"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l"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  <p:sp>
        <p:nvSpPr>
          <p:cNvPr id="26628" name="Rectangle 2"/>
          <p:cNvSpPr>
            <a:spLocks noChangeArrowheads="1"/>
          </p:cNvSpPr>
          <p:nvPr/>
        </p:nvSpPr>
        <p:spPr bwMode="auto">
          <a:xfrm>
            <a:off x="1143001" y="214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 dirty="0">
              <a:latin typeface="Times New Roman" panose="02020603050405020304" pitchFamily="18" charset="0"/>
            </a:endParaRPr>
          </a:p>
        </p:txBody>
      </p:sp>
      <p:sp>
        <p:nvSpPr>
          <p:cNvPr id="26629" name="Rectangle 3"/>
          <p:cNvSpPr>
            <a:spLocks noChangeArrowheads="1"/>
          </p:cNvSpPr>
          <p:nvPr/>
        </p:nvSpPr>
        <p:spPr bwMode="auto">
          <a:xfrm>
            <a:off x="1143001" y="528615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30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557" y="1768177"/>
            <a:ext cx="1440086" cy="44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Rectangle 2"/>
          <p:cNvSpPr>
            <a:spLocks noChangeArrowheads="1"/>
          </p:cNvSpPr>
          <p:nvPr/>
        </p:nvSpPr>
        <p:spPr bwMode="auto">
          <a:xfrm>
            <a:off x="1143001" y="214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 dirty="0">
              <a:latin typeface="Times New Roman" panose="02020603050405020304" pitchFamily="18" charset="0"/>
            </a:endParaRPr>
          </a:p>
        </p:txBody>
      </p:sp>
      <p:sp>
        <p:nvSpPr>
          <p:cNvPr id="26633" name="Rectangle 3"/>
          <p:cNvSpPr>
            <a:spLocks noChangeArrowheads="1"/>
          </p:cNvSpPr>
          <p:nvPr/>
        </p:nvSpPr>
        <p:spPr bwMode="auto">
          <a:xfrm>
            <a:off x="1143001" y="550047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0E08D-BC1F-0193-423B-4677090301A5}"/>
              </a:ext>
            </a:extLst>
          </p:cNvPr>
          <p:cNvSpPr txBox="1"/>
          <p:nvPr/>
        </p:nvSpPr>
        <p:spPr>
          <a:xfrm>
            <a:off x="2133600" y="2889009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 eaLnBrk="1" hangingPunct="1">
              <a:buClrTx/>
            </a:pPr>
            <a:r>
              <a:rPr lang="en-US" altLang="en-US" sz="2400" dirty="0"/>
              <a:t>I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= 10</a:t>
            </a:r>
            <a:r>
              <a:rPr lang="en-US" altLang="en-US" sz="2400" baseline="30000" dirty="0"/>
              <a:t>8</a:t>
            </a:r>
            <a:r>
              <a:rPr lang="en-US" altLang="en-US" sz="2400" dirty="0"/>
              <a:t> gammas per second</a:t>
            </a:r>
          </a:p>
          <a:p>
            <a:pPr marL="0" lvl="1" algn="ctr" eaLnBrk="1" hangingPunct="1">
              <a:buClrTx/>
            </a:pPr>
            <a:r>
              <a:rPr lang="en-US" altLang="en-US" sz="2400" dirty="0">
                <a:sym typeface="Symbol" panose="05050102010706020507" pitchFamily="18" charset="2"/>
              </a:rPr>
              <a:t>t=1 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DE6E65-7F7F-74C4-92AC-6FE74005344C}"/>
                  </a:ext>
                </a:extLst>
              </p:cNvPr>
              <p:cNvSpPr txBox="1"/>
              <p:nvPr/>
            </p:nvSpPr>
            <p:spPr>
              <a:xfrm>
                <a:off x="2286000" y="4302655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eaLnBrk="1" hangingPunct="1">
                  <a:buClrTx/>
                  <a:buNone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What about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𝜇</m:t>
                    </m:r>
                  </m:oMath>
                </a14:m>
                <a:r>
                  <a:rPr lang="en-US" altLang="en-US" sz="2400" dirty="0">
                    <a:sym typeface="Symbol" panose="05050102010706020507" pitchFamily="18" charset="2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DE6E65-7F7F-74C4-92AC-6FE740053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302655"/>
                <a:ext cx="4572000" cy="461665"/>
              </a:xfrm>
              <a:prstGeom prst="rect">
                <a:avLst/>
              </a:prstGeom>
              <a:blipFill>
                <a:blip r:embed="rId4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09A29CD-F9E8-C508-243E-33490A8778C6}"/>
              </a:ext>
            </a:extLst>
          </p:cNvPr>
          <p:cNvSpPr txBox="1"/>
          <p:nvPr/>
        </p:nvSpPr>
        <p:spPr>
          <a:xfrm>
            <a:off x="2286000" y="23204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buClrTx/>
            </a:pPr>
            <a:r>
              <a:rPr lang="en-US" altLang="en-US" sz="2400" dirty="0"/>
              <a:t>What are the knowns?</a:t>
            </a:r>
          </a:p>
        </p:txBody>
      </p:sp>
    </p:spTree>
    <p:extLst>
      <p:ext uri="{BB962C8B-B14F-4D97-AF65-F5344CB8AC3E}">
        <p14:creationId xmlns:p14="http://schemas.microsoft.com/office/powerpoint/2010/main" val="353869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3" grpId="0"/>
      <p:bldP spid="5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514350"/>
            <a:ext cx="8305800" cy="990600"/>
          </a:xfrm>
        </p:spPr>
        <p:txBody>
          <a:bodyPr/>
          <a:lstStyle/>
          <a:p>
            <a:r>
              <a:rPr lang="en-US" altLang="en-US" sz="2700" b="1" dirty="0">
                <a:solidFill>
                  <a:srgbClr val="FF0000"/>
                </a:solidFill>
              </a:rPr>
              <a:t>Linear Attenuation Coefficients Table 5.3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04D85-67CB-9549-F621-8D2B6F0D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05232"/>
            <a:ext cx="8543192" cy="36382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991FD3-8F57-6D03-CAB0-411836E4A929}"/>
              </a:ext>
            </a:extLst>
          </p:cNvPr>
          <p:cNvSpPr/>
          <p:nvPr/>
        </p:nvSpPr>
        <p:spPr>
          <a:xfrm rot="21480000">
            <a:off x="230170" y="3028869"/>
            <a:ext cx="8229600" cy="1828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FB19AE-D9EC-46EA-AA7B-1F52AA111358}"/>
                  </a:ext>
                </a:extLst>
              </p14:cNvPr>
              <p14:cNvContentPartPr/>
              <p14:nvPr/>
            </p14:nvContentPartPr>
            <p14:xfrm>
              <a:off x="4464000" y="3074400"/>
              <a:ext cx="294480" cy="16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8FB19AE-D9EC-46EA-AA7B-1F52AA1113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0000" y="2966400"/>
                <a:ext cx="402120" cy="23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41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06A7-89AE-DCE5-621B-7777F8AD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Exponential Absorption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123CE-7432-E569-55B6-03290BD74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200" y="2057091"/>
            <a:ext cx="4724400" cy="486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/>
              <a:t>From Table 5-3, </a:t>
            </a:r>
            <a:r>
              <a:rPr lang="en-US" altLang="en-US" sz="2400" dirty="0">
                <a:sym typeface="Symbol" panose="05050102010706020507" pitchFamily="18" charset="2"/>
              </a:rPr>
              <a:t>=0.805 cm</a:t>
            </a:r>
            <a:r>
              <a:rPr lang="en-US" altLang="en-US" sz="2400" baseline="30000" dirty="0">
                <a:sym typeface="Symbol" panose="05050102010706020507" pitchFamily="18" charset="2"/>
              </a:rPr>
              <a:t>-1</a:t>
            </a:r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EF9931-59D8-B502-4AB1-1C406F7303B5}"/>
                  </a:ext>
                </a:extLst>
              </p:cNvPr>
              <p:cNvSpPr txBox="1"/>
              <p:nvPr/>
            </p:nvSpPr>
            <p:spPr>
              <a:xfrm>
                <a:off x="2514600" y="3904357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𝐼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=4.47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107 </m:t>
                    </m:r>
                  </m:oMath>
                </a14:m>
                <a:r>
                  <a:rPr lang="en-US" altLang="en-US" sz="2400" dirty="0">
                    <a:sym typeface="Symbol" panose="05050102010706020507" pitchFamily="18" charset="2"/>
                  </a:rPr>
                  <a:t>gammas/sec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EF9931-59D8-B502-4AB1-1C406F730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3904357"/>
                <a:ext cx="4572000" cy="461665"/>
              </a:xfrm>
              <a:prstGeom prst="rect">
                <a:avLst/>
              </a:prstGeom>
              <a:blipFill>
                <a:blip r:embed="rId2"/>
                <a:stretch>
                  <a:fillRect l="-400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6D863-FDBD-ED0D-F085-F4D63FE68876}"/>
                  </a:ext>
                </a:extLst>
              </p:cNvPr>
              <p:cNvSpPr txBox="1"/>
              <p:nvPr/>
            </p:nvSpPr>
            <p:spPr>
              <a:xfrm>
                <a:off x="2362200" y="2995322"/>
                <a:ext cx="4572000" cy="48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𝐼</m:t>
                      </m:r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10</m:t>
                          </m:r>
                        </m:e>
                        <m:sup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8</m:t>
                          </m:r>
                        </m:sup>
                      </m:sSup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∗</m:t>
                      </m:r>
                      <m:sSup>
                        <m:sSupPr>
                          <m:ctrlP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en-US" sz="24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0.805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en-US" sz="24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1.0</m:t>
                              </m:r>
                            </m:e>
                          </m:d>
                        </m:sup>
                      </m:sSup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</m:oMath>
                  </m:oMathPara>
                </a14:m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86D863-FDBD-ED0D-F085-F4D63FE68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995322"/>
                <a:ext cx="4572000" cy="486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47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08300"/>
            <a:ext cx="8077200" cy="1562100"/>
          </a:xfrm>
        </p:spPr>
        <p:txBody>
          <a:bodyPr>
            <a:normAutofit/>
          </a:bodyPr>
          <a:lstStyle/>
          <a:p>
            <a:pPr marL="0" indent="0">
              <a:buClr>
                <a:srgbClr val="0000FF"/>
              </a:buClr>
              <a:buNone/>
            </a:pPr>
            <a:r>
              <a:rPr lang="en-US" altLang="en-US" sz="2400" dirty="0"/>
              <a:t>A monochromatic beam of photons is incident on an absorbing material. If the intensity is reduced by a factor of 2 by a material 8 mm thick, what is the absorption coefficient?</a:t>
            </a:r>
          </a:p>
          <a:p>
            <a:pPr>
              <a:buClr>
                <a:srgbClr val="0000FF"/>
              </a:buClr>
              <a:buFont typeface="Wingdings" panose="05000000000000000000" pitchFamily="2" charset="2"/>
              <a:buChar char="l"/>
            </a:pPr>
            <a:endParaRPr lang="en-US" altLang="en-US" b="1" dirty="0">
              <a:solidFill>
                <a:srgbClr val="0000FF"/>
              </a:solidFill>
            </a:endParaRPr>
          </a:p>
        </p:txBody>
      </p:sp>
      <p:sp>
        <p:nvSpPr>
          <p:cNvPr id="61444" name="Rectangle 5"/>
          <p:cNvSpPr>
            <a:spLocks noGrp="1" noChangeArrowheads="1"/>
          </p:cNvSpPr>
          <p:nvPr>
            <p:ph type="title"/>
          </p:nvPr>
        </p:nvSpPr>
        <p:spPr>
          <a:xfrm>
            <a:off x="1543050" y="228600"/>
            <a:ext cx="58293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Exponential Absorption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2F2CE0-CD05-CBF9-A0A1-74724F461032}"/>
                  </a:ext>
                </a:extLst>
              </p:cNvPr>
              <p:cNvSpPr txBox="1"/>
              <p:nvPr/>
            </p:nvSpPr>
            <p:spPr>
              <a:xfrm>
                <a:off x="2137500" y="2254642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dirty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𝐼</m:t>
                      </m:r>
                      <m:r>
                        <a:rPr lang="en-US" altLang="en-US" sz="2400" b="0" i="1" dirty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𝜇</m:t>
                          </m:r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en-US" sz="2400" dirty="0">
                  <a:solidFill>
                    <a:srgbClr val="0C0CFE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2F2CE0-CD05-CBF9-A0A1-74724F461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500" y="2254642"/>
                <a:ext cx="4572000" cy="461665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6E95FEC-1F1E-BB1A-B43D-7394E23B81B1}"/>
              </a:ext>
            </a:extLst>
          </p:cNvPr>
          <p:cNvSpPr txBox="1"/>
          <p:nvPr/>
        </p:nvSpPr>
        <p:spPr>
          <a:xfrm>
            <a:off x="2174400" y="271553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rgbClr val="0C0CFE"/>
                </a:solidFill>
                <a:sym typeface="Symbol" panose="05050102010706020507" pitchFamily="18" charset="2"/>
              </a:rPr>
              <a:t>What is I? </a:t>
            </a:r>
            <a:r>
              <a:rPr lang="en-US" altLang="en-US" dirty="0">
                <a:solidFill>
                  <a:srgbClr val="0C0CFE"/>
                </a:solidFill>
                <a:sym typeface="Symbol" panose="05050102010706020507" pitchFamily="18" charset="2"/>
              </a:rPr>
              <a:t>What about t?</a:t>
            </a:r>
            <a:endParaRPr lang="en-US" altLang="en-US" sz="2400" dirty="0">
              <a:solidFill>
                <a:srgbClr val="0C0CFE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3A0703-A4A4-947E-A299-0E86A17A5028}"/>
                  </a:ext>
                </a:extLst>
              </p:cNvPr>
              <p:cNvSpPr txBox="1"/>
              <p:nvPr/>
            </p:nvSpPr>
            <p:spPr>
              <a:xfrm>
                <a:off x="2200200" y="3226326"/>
                <a:ext cx="4572000" cy="781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400" b="0" i="1" dirty="0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dirty="0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en-US" sz="2400" b="0" i="1" dirty="0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den>
                      </m:f>
                      <m:r>
                        <a:rPr lang="en-US" altLang="en-US" sz="2400" b="0" i="1" dirty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𝜇</m:t>
                          </m:r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(8 </m:t>
                          </m:r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𝑚𝑚</m:t>
                          </m:r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en-US" sz="2400" dirty="0">
                  <a:solidFill>
                    <a:srgbClr val="0C0CFE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3A0703-A4A4-947E-A299-0E86A17A5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200" y="3226326"/>
                <a:ext cx="4572000" cy="7813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F8BF7D-311A-B9CC-A72A-61621270A0CB}"/>
                  </a:ext>
                </a:extLst>
              </p:cNvPr>
              <p:cNvSpPr txBox="1"/>
              <p:nvPr/>
            </p:nvSpPr>
            <p:spPr>
              <a:xfrm>
                <a:off x="2138100" y="4011601"/>
                <a:ext cx="4572000" cy="1036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dirty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𝜇</m:t>
                      </m:r>
                      <m:r>
                        <a:rPr lang="en-US" altLang="en-US" sz="2400" b="0" i="1" dirty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en-US" sz="2400" b="0" i="1" dirty="0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2400" b="0" i="0" dirty="0" smtClean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en-US" sz="2400" b="0" i="1" dirty="0" smtClean="0">
                                      <a:solidFill>
                                        <a:srgbClr val="0C0CFE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sz="2400" b="0" i="1" dirty="0" smtClean="0">
                                          <a:solidFill>
                                            <a:srgbClr val="0C0CFE"/>
                                          </a:solidFill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sz="2400" b="0" i="1" dirty="0" smtClean="0">
                                          <a:solidFill>
                                            <a:srgbClr val="0C0CFE"/>
                                          </a:solidFill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en-US" sz="2400" b="0" i="1" dirty="0" smtClean="0">
                                          <a:solidFill>
                                            <a:srgbClr val="0C0CFE"/>
                                          </a:solidFill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𝑡</m:t>
                          </m:r>
                        </m:den>
                      </m:f>
                      <m:r>
                        <a:rPr lang="en-US" altLang="en-US" sz="2400" b="0" i="1" dirty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=0.0866 </m:t>
                      </m:r>
                      <m:r>
                        <a:rPr lang="en-US" altLang="en-US" sz="2400" b="0" i="1" dirty="0" smtClean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𝑚</m:t>
                      </m:r>
                      <m:sSup>
                        <m:sSupPr>
                          <m:ctrlP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𝑚</m:t>
                          </m:r>
                        </m:e>
                        <m:sup>
                          <m:r>
                            <a:rPr lang="en-US" altLang="en-US" sz="2400" b="0" i="1" dirty="0" smtClean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en-US" sz="2400" dirty="0">
                  <a:solidFill>
                    <a:srgbClr val="0C0CFE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F8BF7D-311A-B9CC-A72A-61621270A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100" y="4011601"/>
                <a:ext cx="4572000" cy="10365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88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971550"/>
            <a:ext cx="7467600" cy="857250"/>
          </a:xfrm>
        </p:spPr>
        <p:txBody>
          <a:bodyPr>
            <a:normAutofit/>
          </a:bodyPr>
          <a:lstStyle/>
          <a:p>
            <a:pPr marL="0" indent="0">
              <a:buClr>
                <a:srgbClr val="0000FF"/>
              </a:buClr>
              <a:buNone/>
            </a:pPr>
            <a:r>
              <a:rPr lang="en-US" altLang="en-US" sz="2400" dirty="0"/>
              <a:t>What is the thickness of Al and </a:t>
            </a:r>
            <a:r>
              <a:rPr lang="en-US" altLang="en-US" sz="2400" dirty="0" err="1"/>
              <a:t>Pb</a:t>
            </a:r>
            <a:r>
              <a:rPr lang="en-US" altLang="en-US" sz="2400" dirty="0"/>
              <a:t> to transmit 10% of a 0.1 MeV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/>
              <a:t>-ray?</a:t>
            </a:r>
          </a:p>
        </p:txBody>
      </p:sp>
      <p:sp>
        <p:nvSpPr>
          <p:cNvPr id="65540" name="Rectangle 8"/>
          <p:cNvSpPr>
            <a:spLocks noGrp="1" noChangeArrowheads="1"/>
          </p:cNvSpPr>
          <p:nvPr>
            <p:ph type="title"/>
          </p:nvPr>
        </p:nvSpPr>
        <p:spPr>
          <a:xfrm>
            <a:off x="1543050" y="228600"/>
            <a:ext cx="5829300" cy="857250"/>
          </a:xfrm>
        </p:spPr>
        <p:txBody>
          <a:bodyPr/>
          <a:lstStyle/>
          <a:p>
            <a:pPr algn="ctr"/>
            <a:r>
              <a:rPr lang="en-US" altLang="en-US" sz="2700" b="1" dirty="0">
                <a:solidFill>
                  <a:srgbClr val="FF0000"/>
                </a:solidFill>
              </a:rPr>
              <a:t>Exponential Absorption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6E00C4-129A-3789-BDC8-F55F5EF07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657" y="1627952"/>
            <a:ext cx="1440086" cy="44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7B497B-C90C-88B8-E6B4-FC294673ED4B}"/>
                  </a:ext>
                </a:extLst>
              </p:cNvPr>
              <p:cNvSpPr txBox="1"/>
              <p:nvPr/>
            </p:nvSpPr>
            <p:spPr>
              <a:xfrm>
                <a:off x="2209800" y="2114550"/>
                <a:ext cx="4572000" cy="846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en-US" sz="24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en-US" sz="24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𝜇</m:t>
                          </m:r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𝑡</m:t>
                          </m:r>
                        </m:sup>
                      </m:sSup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 ?</m:t>
                      </m:r>
                    </m:oMath>
                  </m:oMathPara>
                </a14:m>
                <a:endParaRPr lang="en-US" altLang="en-US" sz="2400" b="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7B497B-C90C-88B8-E6B4-FC294673E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114550"/>
                <a:ext cx="4572000" cy="846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D5691C-9A23-EC64-3CE8-0919903C035D}"/>
                  </a:ext>
                </a:extLst>
              </p:cNvPr>
              <p:cNvSpPr txBox="1"/>
              <p:nvPr/>
            </p:nvSpPr>
            <p:spPr>
              <a:xfrm>
                <a:off x="2286000" y="3028949"/>
                <a:ext cx="4572000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𝜇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𝑡</m:t>
                      </m:r>
                    </m:oMath>
                  </m:oMathPara>
                </a14:m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D5691C-9A23-EC64-3CE8-0919903C0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028949"/>
                <a:ext cx="4572000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ADC29F-6BD6-6B9B-2F9B-01CFA5B60479}"/>
                  </a:ext>
                </a:extLst>
              </p:cNvPr>
              <p:cNvSpPr txBox="1"/>
              <p:nvPr/>
            </p:nvSpPr>
            <p:spPr>
              <a:xfrm>
                <a:off x="2286000" y="3840511"/>
                <a:ext cx="4572000" cy="1094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𝑡</m:t>
                      </m:r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en-US" sz="24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2400" b="0" i="0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en-US" sz="2400" b="0" i="1" dirty="0" smtClean="0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sz="2400" b="0" i="1" dirty="0" smtClean="0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sz="2400" b="0" i="1" dirty="0" smtClean="0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en-US" sz="2400" b="0" i="1" dirty="0" smtClean="0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𝜇</m:t>
                          </m:r>
                        </m:den>
                      </m:f>
                    </m:oMath>
                  </m:oMathPara>
                </a14:m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ADC29F-6BD6-6B9B-2F9B-01CFA5B60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840511"/>
                <a:ext cx="4572000" cy="10943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79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3050" y="3105150"/>
            <a:ext cx="5943600" cy="400050"/>
          </a:xfrm>
        </p:spPr>
        <p:txBody>
          <a:bodyPr>
            <a:noAutofit/>
          </a:bodyPr>
          <a:lstStyle/>
          <a:p>
            <a:pPr marL="0" indent="0">
              <a:buClr>
                <a:srgbClr val="0000FF"/>
              </a:buClr>
              <a:buNone/>
            </a:pPr>
            <a:r>
              <a:rPr lang="en-US" altLang="en-US" sz="2400" dirty="0"/>
              <a:t>If we have a 1.0 MeV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/>
              <a:t> - ray:</a:t>
            </a:r>
          </a:p>
        </p:txBody>
      </p:sp>
      <p:graphicFrame>
        <p:nvGraphicFramePr>
          <p:cNvPr id="665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146882"/>
              </p:ext>
            </p:extLst>
          </p:nvPr>
        </p:nvGraphicFramePr>
        <p:xfrm>
          <a:off x="2372916" y="3714750"/>
          <a:ext cx="4999434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5599" imgH="409511" progId="Equation.3">
                  <p:embed/>
                </p:oleObj>
              </mc:Choice>
              <mc:Fallback>
                <p:oleObj name="Equation" r:id="rId2" imgW="2295599" imgH="409511" progId="Equation.3">
                  <p:embed/>
                  <p:pic>
                    <p:nvPicPr>
                      <p:cNvPr id="6656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916" y="3714750"/>
                        <a:ext cx="4999434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Rectangle 7"/>
          <p:cNvSpPr>
            <a:spLocks noGrp="1" noChangeArrowheads="1"/>
          </p:cNvSpPr>
          <p:nvPr>
            <p:ph type="title"/>
          </p:nvPr>
        </p:nvSpPr>
        <p:spPr>
          <a:xfrm>
            <a:off x="1543050" y="208360"/>
            <a:ext cx="58293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Exponential Absorption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73B5BE-C007-8238-A389-1D3984B16FC6}"/>
                  </a:ext>
                </a:extLst>
              </p:cNvPr>
              <p:cNvSpPr txBox="1"/>
              <p:nvPr/>
            </p:nvSpPr>
            <p:spPr>
              <a:xfrm>
                <a:off x="3125614" y="997409"/>
                <a:ext cx="289277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𝜇</m:t>
                          </m:r>
                        </m:e>
                        <m:sub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𝐴𝑙</m:t>
                          </m:r>
                        </m:sub>
                      </m:sSub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=0.435 </m:t>
                      </m:r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𝑐</m:t>
                      </m:r>
                      <m:sSup>
                        <m:sSupPr>
                          <m:ctrlP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𝑚</m:t>
                          </m:r>
                        </m:e>
                        <m:sup>
                          <m:r>
                            <a:rPr lang="en-US" altLang="en-US" sz="24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en-US" sz="2400" b="0" dirty="0">
                  <a:sym typeface="Symbol" panose="05050102010706020507" pitchFamily="18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𝜇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𝑃𝑏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=59.7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𝑐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𝑚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en-US" sz="2400" b="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73B5BE-C007-8238-A389-1D3984B16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614" y="997409"/>
                <a:ext cx="2892771" cy="83099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09EB80-BB90-9ABE-D7E3-0D622B2465F5}"/>
                  </a:ext>
                </a:extLst>
              </p:cNvPr>
              <p:cNvSpPr txBox="1"/>
              <p:nvPr/>
            </p:nvSpPr>
            <p:spPr>
              <a:xfrm>
                <a:off x="3301255" y="1911810"/>
                <a:ext cx="2541488" cy="8309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𝑡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𝐴𝑙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=5.3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𝑐𝑚</m:t>
                      </m:r>
                    </m:oMath>
                  </m:oMathPara>
                </a14:m>
                <a:endParaRPr lang="en-US" altLang="en-US" sz="2400" b="0" dirty="0">
                  <a:sym typeface="Symbol" panose="05050102010706020507" pitchFamily="18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𝑡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𝑃𝑏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=0.0385</m:t>
                      </m:r>
                    </m:oMath>
                  </m:oMathPara>
                </a14:m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09EB80-BB90-9ABE-D7E3-0D622B246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255" y="1911810"/>
                <a:ext cx="2541488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40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build="p"/>
      <p:bldP spid="2" grpId="0"/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639742"/>
              </p:ext>
            </p:extLst>
          </p:nvPr>
        </p:nvGraphicFramePr>
        <p:xfrm>
          <a:off x="1685925" y="3562350"/>
          <a:ext cx="57721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86612" imgH="1047699" progId="">
                  <p:embed/>
                </p:oleObj>
              </mc:Choice>
              <mc:Fallback>
                <p:oleObj r:id="rId2" imgW="6486612" imgH="1047699" progId="">
                  <p:embed/>
                  <p:pic>
                    <p:nvPicPr>
                      <p:cNvPr id="6656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3562350"/>
                        <a:ext cx="57721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Rectangle 7"/>
          <p:cNvSpPr>
            <a:spLocks noGrp="1" noChangeArrowheads="1"/>
          </p:cNvSpPr>
          <p:nvPr>
            <p:ph type="title"/>
          </p:nvPr>
        </p:nvSpPr>
        <p:spPr>
          <a:xfrm>
            <a:off x="1543050" y="208360"/>
            <a:ext cx="58293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Exponential Absorption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9BFF7C-6D2D-C748-164C-7B2464F3BE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2667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is density thickness?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altLang="en-US" sz="320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sz="3200" dirty="0">
                    <a:latin typeface="Times New Roman" panose="02020603050405020304" pitchFamily="18" charset="0"/>
                  </a:rPr>
                  <a:t>Compute the density thickness at 0.1 MeV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9BFF7C-6D2D-C748-164C-7B2464F3BE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2667000"/>
              </a:xfrm>
              <a:blipFill>
                <a:blip r:embed="rId4"/>
                <a:stretch>
                  <a:fillRect l="-1852" t="-2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6910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657350" y="285750"/>
            <a:ext cx="5829300" cy="342900"/>
          </a:xfrm>
        </p:spPr>
        <p:txBody>
          <a:bodyPr>
            <a:normAutofit lnSpcReduction="10000"/>
          </a:bodyPr>
          <a:lstStyle/>
          <a:p>
            <a:endParaRPr lang="en-US" altLang="en-US" sz="1800" b="1" dirty="0">
              <a:latin typeface="Tahoma" panose="020B0604030504040204" pitchFamily="34" charset="0"/>
            </a:endParaRPr>
          </a:p>
          <a:p>
            <a:endParaRPr lang="en-US" altLang="en-US" sz="1800" b="1" dirty="0">
              <a:latin typeface="Tahoma" panose="020B0604030504040204" pitchFamily="34" charset="0"/>
            </a:endParaRPr>
          </a:p>
          <a:p>
            <a:pPr marL="0" indent="0">
              <a:buNone/>
            </a:pPr>
            <a:endParaRPr lang="en-US" altLang="en-US" sz="1800" b="1" dirty="0">
              <a:latin typeface="Tahoma" panose="020B0604030504040204" pitchFamily="34" charset="0"/>
            </a:endParaRPr>
          </a:p>
        </p:txBody>
      </p:sp>
      <p:graphicFrame>
        <p:nvGraphicFramePr>
          <p:cNvPr id="6758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947357"/>
              </p:ext>
            </p:extLst>
          </p:nvPr>
        </p:nvGraphicFramePr>
        <p:xfrm>
          <a:off x="4505325" y="1219200"/>
          <a:ext cx="2914650" cy="1088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8534" imgH="1047699" progId="">
                  <p:embed/>
                </p:oleObj>
              </mc:Choice>
              <mc:Fallback>
                <p:oleObj r:id="rId2" imgW="2838534" imgH="1047699" progId="">
                  <p:embed/>
                  <p:pic>
                    <p:nvPicPr>
                      <p:cNvPr id="6758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325" y="1219200"/>
                        <a:ext cx="2914650" cy="1088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Text Box 9"/>
          <p:cNvSpPr txBox="1">
            <a:spLocks noChangeArrowheads="1"/>
          </p:cNvSpPr>
          <p:nvPr/>
        </p:nvSpPr>
        <p:spPr bwMode="auto">
          <a:xfrm>
            <a:off x="533400" y="2571750"/>
            <a:ext cx="8534400" cy="245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 eaLnBrk="1" hangingPunct="1">
              <a:lnSpc>
                <a:spcPct val="80000"/>
              </a:lnSpc>
              <a:buClr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What does this tell us? </a:t>
            </a:r>
          </a:p>
          <a:p>
            <a:pPr marL="0" indent="0" eaLnBrk="1" hangingPunct="1">
              <a:lnSpc>
                <a:spcPct val="80000"/>
              </a:lnSpc>
              <a:buClr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Pb is only slightly better on a mass basis than Al at 1 MeV</a:t>
            </a:r>
          </a:p>
          <a:p>
            <a:pPr eaLnBrk="1" hangingPunct="1">
              <a:lnSpc>
                <a:spcPct val="8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However, for low energy photons Pb is much better</a:t>
            </a:r>
          </a:p>
          <a:p>
            <a:pPr eaLnBrk="1" hangingPunct="1">
              <a:lnSpc>
                <a:spcPct val="8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In general, for energies between 0.8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latin typeface="Times New Roman" panose="02020603050405020304" pitchFamily="18" charset="0"/>
              </a:rPr>
              <a:t> 5 MeV almost all materials, on a mass basis, have approximately the same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latin typeface="Times New Roman" panose="02020603050405020304" pitchFamily="18" charset="0"/>
              </a:rPr>
              <a:t>-ray attenuating properties</a:t>
            </a:r>
          </a:p>
        </p:txBody>
      </p:sp>
      <p:sp>
        <p:nvSpPr>
          <p:cNvPr id="67589" name="Rectangle 10"/>
          <p:cNvSpPr>
            <a:spLocks noGrp="1" noChangeArrowheads="1"/>
          </p:cNvSpPr>
          <p:nvPr>
            <p:ph type="title"/>
          </p:nvPr>
        </p:nvSpPr>
        <p:spPr>
          <a:xfrm>
            <a:off x="1524000" y="361950"/>
            <a:ext cx="58293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Exponential Absorption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A8224-D9A7-5BEB-6580-87F3BCED519F}"/>
              </a:ext>
            </a:extLst>
          </p:cNvPr>
          <p:cNvSpPr txBox="1"/>
          <p:nvPr/>
        </p:nvSpPr>
        <p:spPr>
          <a:xfrm>
            <a:off x="1524000" y="1346759"/>
            <a:ext cx="335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Compute the density thickness at </a:t>
            </a:r>
            <a:r>
              <a:rPr lang="en-US" altLang="en-US" dirty="0">
                <a:latin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</a:rPr>
              <a:t> MeV</a:t>
            </a:r>
          </a:p>
        </p:txBody>
      </p:sp>
    </p:spTree>
    <p:extLst>
      <p:ext uri="{BB962C8B-B14F-4D97-AF65-F5344CB8AC3E}">
        <p14:creationId xmlns:p14="http://schemas.microsoft.com/office/powerpoint/2010/main" val="59512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7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658788"/>
              </p:ext>
            </p:extLst>
          </p:nvPr>
        </p:nvGraphicFramePr>
        <p:xfrm>
          <a:off x="1676400" y="590550"/>
          <a:ext cx="5596182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96952" imgH="2743438" progId="">
                  <p:embed/>
                </p:oleObj>
              </mc:Choice>
              <mc:Fallback>
                <p:oleObj r:id="rId2" imgW="3596952" imgH="2743438" progId="">
                  <p:embed/>
                  <p:pic>
                    <p:nvPicPr>
                      <p:cNvPr id="686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90550"/>
                        <a:ext cx="5596182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88040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604833"/>
              </p:ext>
            </p:extLst>
          </p:nvPr>
        </p:nvGraphicFramePr>
        <p:xfrm>
          <a:off x="1447800" y="590550"/>
          <a:ext cx="5943600" cy="4440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779848" imgH="2841905" progId="">
                  <p:embed/>
                </p:oleObj>
              </mc:Choice>
              <mc:Fallback>
                <p:oleObj r:id="rId2" imgW="3779848" imgH="2841905" progId="">
                  <p:embed/>
                  <p:pic>
                    <p:nvPicPr>
                      <p:cNvPr id="696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90550"/>
                        <a:ext cx="5943600" cy="4440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91529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3050" y="1543050"/>
            <a:ext cx="6172200" cy="2343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dirty="0">
                <a:highlight>
                  <a:srgbClr val="FFFF00"/>
                </a:highlight>
              </a:rPr>
              <a:t>1-MeV photons </a:t>
            </a:r>
            <a:r>
              <a:rPr lang="en-US" altLang="en-US" sz="2400" dirty="0"/>
              <a:t>are normally incident on a </a:t>
            </a:r>
            <a:r>
              <a:rPr lang="en-US" altLang="en-US" sz="2400" dirty="0">
                <a:highlight>
                  <a:srgbClr val="FFFF00"/>
                </a:highlight>
              </a:rPr>
              <a:t>1-cm lead slab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The mass attenuation coefficient of lead (density = 11.35 g/cm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) is </a:t>
            </a:r>
            <a:r>
              <a:rPr lang="en-US" altLang="en-US" sz="2400" dirty="0">
                <a:highlight>
                  <a:srgbClr val="FFFF00"/>
                </a:highlight>
              </a:rPr>
              <a:t>0.0708 cm</a:t>
            </a:r>
            <a:r>
              <a:rPr lang="en-US" altLang="en-US" sz="2400" baseline="30000" dirty="0">
                <a:highlight>
                  <a:srgbClr val="FFFF00"/>
                </a:highlight>
              </a:rPr>
              <a:t>2</a:t>
            </a:r>
            <a:r>
              <a:rPr lang="en-US" altLang="en-US" sz="2400" dirty="0">
                <a:highlight>
                  <a:srgbClr val="FFFF00"/>
                </a:highlight>
              </a:rPr>
              <a:t>/g </a:t>
            </a:r>
            <a:r>
              <a:rPr lang="en-US" altLang="en-US" sz="2400" dirty="0"/>
              <a:t>and the atomic weight is </a:t>
            </a:r>
            <a:r>
              <a:rPr lang="en-US" altLang="en-US" sz="2400" dirty="0">
                <a:highlight>
                  <a:srgbClr val="FFFF00"/>
                </a:highlight>
              </a:rPr>
              <a:t>207.2 g/mol</a:t>
            </a:r>
          </a:p>
        </p:txBody>
      </p:sp>
      <p:sp>
        <p:nvSpPr>
          <p:cNvPr id="70659" name="Text Box 4"/>
          <p:cNvSpPr txBox="1">
            <a:spLocks noChangeArrowheads="1"/>
          </p:cNvSpPr>
          <p:nvPr/>
        </p:nvSpPr>
        <p:spPr bwMode="auto">
          <a:xfrm>
            <a:off x="1543050" y="516732"/>
            <a:ext cx="653415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cs typeface="Arial" panose="020B0604020202020204" pitchFamily="34" charset="0"/>
              </a:rPr>
              <a:t>Photon Interactions- Problem</a:t>
            </a:r>
            <a:endParaRPr lang="en-US" altLang="en-US" sz="32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3892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57300"/>
            <a:ext cx="7372350" cy="348615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lphaUcPeriod"/>
            </a:pPr>
            <a:r>
              <a:rPr lang="en-US" altLang="en-US" sz="2400" dirty="0"/>
              <a:t>Calculate the linear attenuation coefficient</a:t>
            </a:r>
          </a:p>
          <a:p>
            <a:pPr marL="457200" indent="-457200" algn="just">
              <a:buFont typeface="+mj-lt"/>
              <a:buAutoNum type="alphaUcPeriod"/>
            </a:pPr>
            <a:endParaRPr lang="en-US" altLang="en-US" sz="2400" dirty="0"/>
          </a:p>
          <a:p>
            <a:pPr marL="457200" indent="-457200" algn="just">
              <a:buFont typeface="+mj-lt"/>
              <a:buAutoNum type="alphaUcPeriod"/>
            </a:pPr>
            <a:r>
              <a:rPr lang="en-US" altLang="en-US" sz="2400" dirty="0"/>
              <a:t>What fraction of 1-MeV photons interact in a 1-cm lead slab?</a:t>
            </a:r>
          </a:p>
          <a:p>
            <a:pPr marL="457200" indent="-457200" algn="just">
              <a:buFont typeface="+mj-lt"/>
              <a:buAutoNum type="alphaUcPeriod"/>
            </a:pPr>
            <a:endParaRPr lang="en-US" altLang="en-US" sz="2400" dirty="0"/>
          </a:p>
          <a:p>
            <a:pPr marL="457200" indent="-457200" algn="just">
              <a:buFont typeface="+mj-lt"/>
              <a:buAutoNum type="alphaUcPeriod"/>
            </a:pPr>
            <a:r>
              <a:rPr lang="en-US" altLang="en-US" sz="2400" dirty="0"/>
              <a:t>What thickness of lead is required for half the incident photons to interact? </a:t>
            </a:r>
          </a:p>
          <a:p>
            <a:pPr marL="457200" indent="-457200" algn="just">
              <a:buFont typeface="+mj-lt"/>
              <a:buAutoNum type="alphaUcPeriod"/>
            </a:pPr>
            <a:endParaRPr lang="en-US" altLang="en-US" sz="2400" dirty="0"/>
          </a:p>
          <a:p>
            <a:pPr marL="457200" indent="-457200" algn="just">
              <a:buFont typeface="+mj-lt"/>
              <a:buAutoNum type="alphaUcPeriod"/>
            </a:pPr>
            <a:r>
              <a:rPr lang="en-US" altLang="en-US" sz="2400" dirty="0"/>
              <a:t>Calculate the mean free path</a:t>
            </a:r>
          </a:p>
          <a:p>
            <a:pPr marL="514350" indent="-514350">
              <a:buFont typeface="+mj-lt"/>
              <a:buAutoNum type="alphaUcPeriod"/>
            </a:pPr>
            <a:endParaRPr lang="en-US" altLang="en-US" dirty="0"/>
          </a:p>
        </p:txBody>
      </p:sp>
      <p:sp>
        <p:nvSpPr>
          <p:cNvPr id="71683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285750"/>
            <a:ext cx="82296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Photon Interactions - Problem</a:t>
            </a:r>
          </a:p>
        </p:txBody>
      </p:sp>
    </p:spTree>
    <p:extLst>
      <p:ext uri="{BB962C8B-B14F-4D97-AF65-F5344CB8AC3E}">
        <p14:creationId xmlns:p14="http://schemas.microsoft.com/office/powerpoint/2010/main" val="1450235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2706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485900"/>
                <a:ext cx="8610600" cy="100965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en-US" sz="2400" dirty="0"/>
                  <a:t>What is the linear attenuation coefficient?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𝜇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𝑙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𝜇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𝑚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∗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𝜌</m:t>
                      </m:r>
                    </m:oMath>
                  </m:oMathPara>
                </a14:m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270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485900"/>
                <a:ext cx="8610600" cy="1009650"/>
              </a:xfrm>
              <a:blipFill>
                <a:blip r:embed="rId2"/>
                <a:stretch>
                  <a:fillRect l="-1133" t="-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07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285750"/>
            <a:ext cx="7010400" cy="628650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Photon Interactions – Problem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22B69-49BE-63C7-0F3A-E0CCE02A3904}"/>
              </a:ext>
            </a:extLst>
          </p:cNvPr>
          <p:cNvSpPr txBox="1"/>
          <p:nvPr/>
        </p:nvSpPr>
        <p:spPr>
          <a:xfrm>
            <a:off x="1295400" y="3089787"/>
            <a:ext cx="7696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4375" lvl="1" indent="-371475">
              <a:buClr>
                <a:srgbClr val="0000FF"/>
              </a:buClr>
              <a:buSzPct val="90000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</a:t>
            </a:r>
            <a:r>
              <a:rPr lang="en-US" altLang="en-US" sz="2400" dirty="0"/>
              <a:t> = (0.0708 cm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g</a:t>
            </a:r>
            <a:r>
              <a:rPr lang="en-US" altLang="en-US" sz="2400" baseline="30000" dirty="0"/>
              <a:t>-1</a:t>
            </a:r>
            <a:r>
              <a:rPr lang="en-US" altLang="en-US" sz="2400" dirty="0"/>
              <a:t>)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sz="2400" dirty="0"/>
              <a:t> (11.35 g cm</a:t>
            </a:r>
            <a:r>
              <a:rPr lang="en-US" altLang="en-US" sz="2400" baseline="30000" dirty="0"/>
              <a:t>-3</a:t>
            </a:r>
            <a:r>
              <a:rPr lang="en-US" altLang="en-US" sz="2400" dirty="0"/>
              <a:t>) </a:t>
            </a:r>
          </a:p>
          <a:p>
            <a:pPr marL="714375" lvl="1" indent="-371475">
              <a:buClr>
                <a:srgbClr val="0000FF"/>
              </a:buClr>
              <a:buSzPct val="90000"/>
              <a:buNone/>
            </a:pPr>
            <a:r>
              <a:rPr lang="en-US" altLang="en-US" sz="2400" dirty="0"/>
              <a:t>			= </a:t>
            </a:r>
            <a:r>
              <a:rPr lang="en-US" altLang="en-US" sz="2400" u="sng" dirty="0"/>
              <a:t>0.804 cm</a:t>
            </a:r>
            <a:r>
              <a:rPr lang="en-US" altLang="en-US" sz="2400" u="sng" baseline="30000" dirty="0"/>
              <a:t>-1</a:t>
            </a:r>
            <a:r>
              <a:rPr lang="en-US" altLang="en-US" sz="2400" dirty="0"/>
              <a:t>.	</a:t>
            </a:r>
          </a:p>
        </p:txBody>
      </p:sp>
    </p:spTree>
    <p:extLst>
      <p:ext uri="{BB962C8B-B14F-4D97-AF65-F5344CB8AC3E}">
        <p14:creationId xmlns:p14="http://schemas.microsoft.com/office/powerpoint/2010/main" val="235916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2706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193170"/>
                <a:ext cx="8610600" cy="2514600"/>
              </a:xfrm>
            </p:spPr>
            <p:txBody>
              <a:bodyPr>
                <a:normAutofit fontScale="92500" lnSpcReduction="10000"/>
              </a:bodyPr>
              <a:lstStyle/>
              <a:p>
                <a:pPr marL="400050" indent="-400050" algn="just">
                  <a:buClr>
                    <a:srgbClr val="0000FF"/>
                  </a:buClr>
                  <a:buNone/>
                </a:pPr>
                <a:r>
                  <a:rPr lang="en-US" altLang="en-US" sz="2400" dirty="0"/>
                  <a:t>What fraction of 1-MeV photons interact in a 1-cm lead slab?</a:t>
                </a:r>
              </a:p>
              <a:p>
                <a:pPr marL="400050" indent="-400050" algn="just">
                  <a:buClr>
                    <a:srgbClr val="0000FF"/>
                  </a:buClr>
                  <a:buNone/>
                </a:pPr>
                <a:endParaRPr lang="en-US" altLang="en-US" sz="2400" dirty="0"/>
              </a:p>
              <a:p>
                <a:pPr marL="0" indent="0" algn="just">
                  <a:buClr>
                    <a:srgbClr val="0000FF"/>
                  </a:buClr>
                  <a:buNone/>
                </a:pPr>
                <a:r>
                  <a:rPr lang="en-US" altLang="en-US" sz="2400" dirty="0"/>
                  <a:t>If I</a:t>
                </a:r>
                <a:r>
                  <a:rPr lang="en-US" altLang="en-US" sz="2400" baseline="-25000" dirty="0"/>
                  <a:t>o</a:t>
                </a:r>
                <a:r>
                  <a:rPr lang="en-US" altLang="en-US" sz="2400" dirty="0"/>
                  <a:t> photons are incident on the lead  slab and I photons penetrate it without  interacting, then the fraction not interacting is given by:</a:t>
                </a:r>
              </a:p>
              <a:p>
                <a:pPr marL="400050" indent="-400050" algn="just"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en-US" sz="2400" b="0" dirty="0"/>
              </a:p>
              <a:p>
                <a:pPr marL="400050" indent="-400050" algn="just"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−0.804 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∗1 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sup>
                      </m:sSup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=0.448</m:t>
                      </m:r>
                    </m:oMath>
                  </m:oMathPara>
                </a14:m>
                <a:endParaRPr lang="en-US" altLang="en-US" sz="2400" dirty="0"/>
              </a:p>
            </p:txBody>
          </p:sp>
        </mc:Choice>
        <mc:Fallback>
          <p:sp>
            <p:nvSpPr>
              <p:cNvPr id="7270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193170"/>
                <a:ext cx="8610600" cy="2514600"/>
              </a:xfrm>
              <a:blipFill>
                <a:blip r:embed="rId2"/>
                <a:stretch>
                  <a:fillRect l="-921" t="-2913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07" name="Rectangle 4"/>
          <p:cNvSpPr>
            <a:spLocks noGrp="1" noChangeArrowheads="1"/>
          </p:cNvSpPr>
          <p:nvPr>
            <p:ph type="title"/>
          </p:nvPr>
        </p:nvSpPr>
        <p:spPr>
          <a:xfrm>
            <a:off x="1143000" y="384345"/>
            <a:ext cx="6858000" cy="628650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Photon Interactions – Problem B</a:t>
            </a:r>
          </a:p>
        </p:txBody>
      </p:sp>
      <p:sp>
        <p:nvSpPr>
          <p:cNvPr id="72708" name="Rectangle 5"/>
          <p:cNvSpPr>
            <a:spLocks noChangeArrowheads="1"/>
          </p:cNvSpPr>
          <p:nvPr/>
        </p:nvSpPr>
        <p:spPr bwMode="auto">
          <a:xfrm>
            <a:off x="1143000" y="3867150"/>
            <a:ext cx="7315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the fraction of photons interacting is: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1 - 0.448 = </a:t>
            </a:r>
            <a:r>
              <a:rPr lang="en-US" altLang="en-US" sz="2000" u="sng" dirty="0">
                <a:cs typeface="Arial" panose="020B0604020202020204" pitchFamily="34" charset="0"/>
              </a:rPr>
              <a:t>0.552</a:t>
            </a:r>
          </a:p>
        </p:txBody>
      </p:sp>
    </p:spTree>
    <p:extLst>
      <p:ext uri="{BB962C8B-B14F-4D97-AF65-F5344CB8AC3E}">
        <p14:creationId xmlns:p14="http://schemas.microsoft.com/office/powerpoint/2010/main" val="252830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373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219200" y="1352550"/>
                <a:ext cx="6172200" cy="356235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None/>
                </a:pPr>
                <a:r>
                  <a:rPr lang="en-US" altLang="en-US" sz="2400" dirty="0"/>
                  <a:t>What thickness of lead is required for half the incident photons to interact? </a:t>
                </a:r>
              </a:p>
              <a:p>
                <a:pPr marL="457200" indent="-457200">
                  <a:buNone/>
                </a:pPr>
                <a:endParaRPr lang="en-US" altLang="en-US" sz="2400" dirty="0"/>
              </a:p>
              <a:p>
                <a:pPr marL="457200" indent="-4572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en-US" sz="2400" dirty="0"/>
              </a:p>
              <a:p>
                <a:pPr marL="457200" indent="-457200">
                  <a:buNone/>
                </a:pPr>
                <a:endParaRPr lang="en-US" altLang="en-US" sz="2400" dirty="0"/>
              </a:p>
              <a:p>
                <a:pPr marL="0" indent="0" algn="ctr">
                  <a:buClr>
                    <a:srgbClr val="0000F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=0.862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US" alt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373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19200" y="1352550"/>
                <a:ext cx="6172200" cy="3562350"/>
              </a:xfrm>
              <a:blipFill>
                <a:blip r:embed="rId2"/>
                <a:stretch>
                  <a:fillRect l="-1481" t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31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438150"/>
            <a:ext cx="7315200" cy="99060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Photon Interactions – Problem C</a:t>
            </a:r>
          </a:p>
        </p:txBody>
      </p:sp>
    </p:spTree>
    <p:extLst>
      <p:ext uri="{BB962C8B-B14F-4D97-AF65-F5344CB8AC3E}">
        <p14:creationId xmlns:p14="http://schemas.microsoft.com/office/powerpoint/2010/main" val="298960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00150"/>
            <a:ext cx="7677150" cy="371475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90000"/>
              </a:lnSpc>
              <a:buClr>
                <a:srgbClr val="0000FF"/>
              </a:buClr>
              <a:buNone/>
            </a:pPr>
            <a:r>
              <a:rPr lang="en-US" altLang="en-US" sz="2400" dirty="0"/>
              <a:t>Calculate the mean free path:</a:t>
            </a:r>
          </a:p>
          <a:p>
            <a:pPr marL="0" indent="0" algn="just">
              <a:lnSpc>
                <a:spcPct val="90000"/>
              </a:lnSpc>
              <a:buClr>
                <a:srgbClr val="0000FF"/>
              </a:buClr>
              <a:buNone/>
            </a:pPr>
            <a:endParaRPr lang="en-US" altLang="en-US" sz="2400" dirty="0"/>
          </a:p>
          <a:p>
            <a:pPr marL="0" indent="0" algn="just">
              <a:lnSpc>
                <a:spcPct val="90000"/>
              </a:lnSpc>
              <a:buClr>
                <a:srgbClr val="0000FF"/>
              </a:buClr>
              <a:buNone/>
            </a:pPr>
            <a:r>
              <a:rPr lang="en-US" altLang="en-US" sz="2400" dirty="0"/>
              <a:t>the mean free path (MFP) is the average distance that an incident photon travels before interaction and is the reciprocal of the attenuation coefficient: </a:t>
            </a:r>
          </a:p>
          <a:p>
            <a:pPr marL="400050" indent="-400050" algn="just">
              <a:lnSpc>
                <a:spcPct val="90000"/>
              </a:lnSpc>
              <a:buClr>
                <a:srgbClr val="0000FF"/>
              </a:buClr>
              <a:buFontTx/>
              <a:buAutoNum type="alphaLcPeriod" startAt="4"/>
            </a:pPr>
            <a:endParaRPr lang="en-US" altLang="en-US" sz="2400" dirty="0"/>
          </a:p>
          <a:p>
            <a:pPr marL="400050" indent="-400050" algn="ctr">
              <a:lnSpc>
                <a:spcPct val="90000"/>
              </a:lnSpc>
              <a:buNone/>
            </a:pPr>
            <a:r>
              <a:rPr lang="en-US" altLang="en-US" sz="2400" dirty="0"/>
              <a:t>	MFP = 1/μ = 1/0.804 = </a:t>
            </a:r>
            <a:r>
              <a:rPr lang="en-US" altLang="en-US" sz="2400" u="sng" dirty="0"/>
              <a:t>1.24 cm</a:t>
            </a:r>
            <a:endParaRPr lang="en-US" altLang="en-US" sz="2400" dirty="0"/>
          </a:p>
          <a:p>
            <a:pPr marL="400050" indent="-400050" algn="just">
              <a:lnSpc>
                <a:spcPct val="90000"/>
              </a:lnSpc>
            </a:pPr>
            <a:endParaRPr lang="en-US" altLang="en-US" sz="2400" dirty="0"/>
          </a:p>
          <a:p>
            <a:pPr marL="0" indent="0">
              <a:lnSpc>
                <a:spcPct val="90000"/>
              </a:lnSpc>
              <a:buClr>
                <a:srgbClr val="0000FF"/>
              </a:buClr>
              <a:buNone/>
            </a:pPr>
            <a:r>
              <a:rPr lang="en-US" altLang="en-US" sz="2400" dirty="0"/>
              <a:t>This is also numerically equal to the "relaxation length“ 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the shield thickness needed to attenuate a narrow beam of monoenergetic photons to 1/e (= 0.368) of its original intensity and can be derived by substituting I/I</a:t>
            </a:r>
            <a:r>
              <a:rPr lang="en-US" altLang="en-US" sz="2400" baseline="-25000" dirty="0"/>
              <a:t>o</a:t>
            </a:r>
            <a:r>
              <a:rPr lang="en-US" altLang="en-US" sz="2400" dirty="0"/>
              <a:t> = 1/e </a:t>
            </a:r>
          </a:p>
          <a:p>
            <a:pPr marL="400050" indent="-40005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endParaRPr lang="en-US" altLang="en-US" sz="1800" dirty="0">
              <a:solidFill>
                <a:srgbClr val="0000FF"/>
              </a:solidFill>
            </a:endParaRPr>
          </a:p>
        </p:txBody>
      </p:sp>
      <p:sp>
        <p:nvSpPr>
          <p:cNvPr id="74755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61950"/>
            <a:ext cx="8229600" cy="85725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Photon Interactions – Problem D</a:t>
            </a:r>
          </a:p>
        </p:txBody>
      </p:sp>
    </p:spTree>
    <p:extLst>
      <p:ext uri="{BB962C8B-B14F-4D97-AF65-F5344CB8AC3E}">
        <p14:creationId xmlns:p14="http://schemas.microsoft.com/office/powerpoint/2010/main" val="19685030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4057650"/>
            <a:ext cx="6934200" cy="742950"/>
          </a:xfrm>
        </p:spPr>
        <p:txBody>
          <a:bodyPr>
            <a:normAutofit fontScale="90000"/>
          </a:bodyPr>
          <a:lstStyle/>
          <a:p>
            <a:pPr marL="770335" indent="-770335" algn="ctr">
              <a:defRPr/>
            </a:pPr>
            <a:r>
              <a:rPr lang="en-US" sz="1200" dirty="0">
                <a:solidFill>
                  <a:schemeClr val="accent1">
                    <a:tint val="88000"/>
                    <a:satMod val="150000"/>
                  </a:schemeClr>
                </a:solidFill>
              </a:rPr>
              <a:t>	</a:t>
            </a:r>
            <a:r>
              <a:rPr lang="en-US" sz="1800" b="1" dirty="0">
                <a:solidFill>
                  <a:schemeClr val="tx1"/>
                </a:solidFill>
              </a:rPr>
              <a:t>Comparison of photon interaction probabilities (by mode) as a function of atomic number and incident photon energy.</a:t>
            </a:r>
          </a:p>
        </p:txBody>
      </p:sp>
      <p:pic>
        <p:nvPicPr>
          <p:cNvPr id="75779" name="Picture 4" descr="H:\NUEN 409 Lectures\images\Attix p125 - Relative importance of the three major types of gamma interactions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14350"/>
            <a:ext cx="5169694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5271049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11343</TotalTime>
  <Words>2315</Words>
  <Application>Microsoft Office PowerPoint</Application>
  <PresentationFormat>On-screen Show (16:9)</PresentationFormat>
  <Paragraphs>279</Paragraphs>
  <Slides>52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Arial</vt:lpstr>
      <vt:lpstr>Arial Black</vt:lpstr>
      <vt:lpstr>Cambria Math</vt:lpstr>
      <vt:lpstr>Symbol</vt:lpstr>
      <vt:lpstr>Tahoma</vt:lpstr>
      <vt:lpstr>Times New Roman</vt:lpstr>
      <vt:lpstr>Wingdings</vt:lpstr>
      <vt:lpstr>16-9 Cover</vt:lpstr>
      <vt:lpstr>16-9 Light Background</vt:lpstr>
      <vt:lpstr>16-9 White Backgroud</vt:lpstr>
      <vt:lpstr>Equation</vt:lpstr>
      <vt:lpstr>PowerPoint Presentation</vt:lpstr>
      <vt:lpstr>Gamma and X-Ray Interactions</vt:lpstr>
      <vt:lpstr>Major Gamma Interactions</vt:lpstr>
      <vt:lpstr>Photoelectric Effect</vt:lpstr>
      <vt:lpstr>Photoelectric Effect cont’d</vt:lpstr>
      <vt:lpstr>Photoelectric Effect cont’d</vt:lpstr>
      <vt:lpstr>Photoelectric Effect cont’d</vt:lpstr>
      <vt:lpstr>Compton Scattering</vt:lpstr>
      <vt:lpstr>Compton Scattering cont’d</vt:lpstr>
      <vt:lpstr>Compton Scattering cont’d</vt:lpstr>
      <vt:lpstr>Compton Scattering cont’d</vt:lpstr>
      <vt:lpstr>Compton Scattering cont’d</vt:lpstr>
      <vt:lpstr>Problem</vt:lpstr>
      <vt:lpstr>Problem (continued)</vt:lpstr>
      <vt:lpstr>Pair Production </vt:lpstr>
      <vt:lpstr>Pair Production</vt:lpstr>
      <vt:lpstr>Pair Production cont’d</vt:lpstr>
      <vt:lpstr>Pair Production cont’d</vt:lpstr>
      <vt:lpstr>Pair Production cont’d</vt:lpstr>
      <vt:lpstr>Annihilation</vt:lpstr>
      <vt:lpstr>Annihilation cont’d</vt:lpstr>
      <vt:lpstr>Photodisintegration</vt:lpstr>
      <vt:lpstr>Combined Effects</vt:lpstr>
      <vt:lpstr>Combined Effects</vt:lpstr>
      <vt:lpstr>PowerPoint Presentation</vt:lpstr>
      <vt:lpstr>PowerPoint Presentation</vt:lpstr>
      <vt:lpstr>PowerPoint Presentation</vt:lpstr>
      <vt:lpstr>Exponential Absorption</vt:lpstr>
      <vt:lpstr>Exponential Absorption</vt:lpstr>
      <vt:lpstr>Exponential Absorption</vt:lpstr>
      <vt:lpstr>PowerPoint Presentation</vt:lpstr>
      <vt:lpstr>Exponential Absorption </vt:lpstr>
      <vt:lpstr>Exponential Absorption</vt:lpstr>
      <vt:lpstr>Exponential Absorption</vt:lpstr>
      <vt:lpstr>Exponential Absorption cont’d</vt:lpstr>
      <vt:lpstr>Exponential Absorption cont’d</vt:lpstr>
      <vt:lpstr>Linear Attenuation Coefficients Table 5.3</vt:lpstr>
      <vt:lpstr>Exponential Absorption cont’d</vt:lpstr>
      <vt:lpstr>Exponential Absorption</vt:lpstr>
      <vt:lpstr>Exponential Absorption</vt:lpstr>
      <vt:lpstr>Exponential Absorption</vt:lpstr>
      <vt:lpstr>Exponential Absorption</vt:lpstr>
      <vt:lpstr>Exponential Absorption</vt:lpstr>
      <vt:lpstr>PowerPoint Presentation</vt:lpstr>
      <vt:lpstr>PowerPoint Presentation</vt:lpstr>
      <vt:lpstr>PowerPoint Presentation</vt:lpstr>
      <vt:lpstr>Photon Interactions - Problem</vt:lpstr>
      <vt:lpstr>Photon Interactions – Problem A</vt:lpstr>
      <vt:lpstr>Photon Interactions – Problem B</vt:lpstr>
      <vt:lpstr>Photon Interactions – Problem C</vt:lpstr>
      <vt:lpstr>Photon Interactions – Problem D</vt:lpstr>
      <vt:lpstr> Comparison of photon interaction probabilities (by mode) as a function of atomic number and incident photon energy.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University Marketing and Creative Services</dc:creator>
  <cp:keywords/>
  <dc:description/>
  <cp:lastModifiedBy>Landsberger, Sheldon</cp:lastModifiedBy>
  <cp:revision>447</cp:revision>
  <cp:lastPrinted>2011-01-24T02:49:42Z</cp:lastPrinted>
  <dcterms:created xsi:type="dcterms:W3CDTF">2011-06-30T15:04:08Z</dcterms:created>
  <dcterms:modified xsi:type="dcterms:W3CDTF">2024-09-16T03:03:08Z</dcterms:modified>
  <cp:category/>
</cp:coreProperties>
</file>